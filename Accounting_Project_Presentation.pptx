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40"/>
  </p:notesMasterIdLst>
  <p:sldIdLst>
    <p:sldId id="256" r:id="rId2"/>
    <p:sldId id="364" r:id="rId3"/>
    <p:sldId id="366" r:id="rId4"/>
    <p:sldId id="259" r:id="rId5"/>
    <p:sldId id="260" r:id="rId6"/>
    <p:sldId id="353" r:id="rId7"/>
    <p:sldId id="330" r:id="rId8"/>
    <p:sldId id="369" r:id="rId9"/>
    <p:sldId id="373" r:id="rId10"/>
    <p:sldId id="374" r:id="rId11"/>
    <p:sldId id="346" r:id="rId12"/>
    <p:sldId id="351" r:id="rId13"/>
    <p:sldId id="354" r:id="rId14"/>
    <p:sldId id="344" r:id="rId15"/>
    <p:sldId id="352" r:id="rId16"/>
    <p:sldId id="367" r:id="rId17"/>
    <p:sldId id="337" r:id="rId18"/>
    <p:sldId id="338" r:id="rId19"/>
    <p:sldId id="356" r:id="rId20"/>
    <p:sldId id="349" r:id="rId21"/>
    <p:sldId id="375" r:id="rId22"/>
    <p:sldId id="365" r:id="rId23"/>
    <p:sldId id="358" r:id="rId24"/>
    <p:sldId id="296" r:id="rId25"/>
    <p:sldId id="359" r:id="rId26"/>
    <p:sldId id="370" r:id="rId27"/>
    <p:sldId id="371" r:id="rId28"/>
    <p:sldId id="368" r:id="rId29"/>
    <p:sldId id="360" r:id="rId30"/>
    <p:sldId id="361" r:id="rId31"/>
    <p:sldId id="372" r:id="rId32"/>
    <p:sldId id="362" r:id="rId33"/>
    <p:sldId id="302" r:id="rId34"/>
    <p:sldId id="363" r:id="rId35"/>
    <p:sldId id="291" r:id="rId36"/>
    <p:sldId id="355" r:id="rId37"/>
    <p:sldId id="340" r:id="rId38"/>
    <p:sldId id="309"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8A087"/>
    <a:srgbClr val="E07E5C"/>
    <a:srgbClr val="548235"/>
    <a:srgbClr val="67C3E6"/>
    <a:srgbClr val="84D9E6"/>
    <a:srgbClr val="69D0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767"/>
    <p:restoredTop sz="94185"/>
  </p:normalViewPr>
  <p:slideViewPr>
    <p:cSldViewPr>
      <p:cViewPr>
        <p:scale>
          <a:sx n="220" d="100"/>
          <a:sy n="220" d="100"/>
        </p:scale>
        <p:origin x="-4552" y="-2816"/>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notesViewPr>
    <p:cSldViewPr>
      <p:cViewPr varScale="1">
        <p:scale>
          <a:sx n="97" d="100"/>
          <a:sy n="97" d="100"/>
        </p:scale>
        <p:origin x="3096" y="200"/>
      </p:cViewPr>
      <p:guideLst/>
    </p:cSldViewPr>
  </p:notesViewPr>
  <p:gridSpacing cx="228600" cy="2286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A1AA241-1C29-2E4B-A7A4-F579FCE0458F}" type="doc">
      <dgm:prSet loTypeId="urn:microsoft.com/office/officeart/2009/layout/CircleArrowProcess" loCatId="" qsTypeId="urn:microsoft.com/office/officeart/2005/8/quickstyle/simple1" qsCatId="simple" csTypeId="urn:microsoft.com/office/officeart/2005/8/colors/accent1_2" csCatId="accent1" phldr="1"/>
      <dgm:spPr/>
      <dgm:t>
        <a:bodyPr/>
        <a:lstStyle/>
        <a:p>
          <a:endParaRPr lang="en-US"/>
        </a:p>
      </dgm:t>
    </dgm:pt>
    <dgm:pt modelId="{910CFED5-8DAE-D34B-B111-C18823308B10}">
      <dgm:prSet phldrT="[Text]"/>
      <dgm:spPr/>
      <dgm:t>
        <a:bodyPr/>
        <a:lstStyle/>
        <a:p>
          <a:r>
            <a:rPr lang="en-US" dirty="0">
              <a:solidFill>
                <a:schemeClr val="tx1">
                  <a:hueOff val="0"/>
                  <a:satOff val="0"/>
                  <a:lumOff val="0"/>
                  <a:alpha val="50000"/>
                </a:schemeClr>
              </a:solidFill>
            </a:rPr>
            <a:t>Private Equity Firm</a:t>
          </a:r>
        </a:p>
      </dgm:t>
    </dgm:pt>
    <dgm:pt modelId="{6B3C4122-4C45-F74E-922A-7E8B1FCCE563}" type="parTrans" cxnId="{5A0D71C7-5D04-A846-80EE-EE5F7476033F}">
      <dgm:prSet/>
      <dgm:spPr/>
      <dgm:t>
        <a:bodyPr/>
        <a:lstStyle/>
        <a:p>
          <a:endParaRPr lang="en-US">
            <a:solidFill>
              <a:sysClr val="windowText" lastClr="000000">
                <a:alpha val="50000"/>
              </a:sysClr>
            </a:solidFill>
          </a:endParaRPr>
        </a:p>
      </dgm:t>
    </dgm:pt>
    <dgm:pt modelId="{D8D51D85-9010-B740-BD6B-32164D66DF48}" type="sibTrans" cxnId="{5A0D71C7-5D04-A846-80EE-EE5F7476033F}">
      <dgm:prSet/>
      <dgm:spPr/>
      <dgm:t>
        <a:bodyPr/>
        <a:lstStyle/>
        <a:p>
          <a:endParaRPr lang="en-US">
            <a:solidFill>
              <a:sysClr val="windowText" lastClr="000000">
                <a:alpha val="50000"/>
              </a:sysClr>
            </a:solidFill>
          </a:endParaRPr>
        </a:p>
      </dgm:t>
    </dgm:pt>
    <dgm:pt modelId="{47961C3E-C556-CE48-8828-307386ED89B9}">
      <dgm:prSet phldrT="[Text]"/>
      <dgm:spPr/>
      <dgm:t>
        <a:bodyPr/>
        <a:lstStyle/>
        <a:p>
          <a:r>
            <a:rPr lang="en-US" dirty="0">
              <a:solidFill>
                <a:schemeClr val="tx1">
                  <a:hueOff val="0"/>
                  <a:satOff val="0"/>
                  <a:lumOff val="0"/>
                  <a:alpha val="50000"/>
                </a:schemeClr>
              </a:solidFill>
            </a:rPr>
            <a:t>Accounting Firm</a:t>
          </a:r>
        </a:p>
      </dgm:t>
    </dgm:pt>
    <dgm:pt modelId="{D6079B04-8F2E-084F-9392-130792F9B47E}" type="parTrans" cxnId="{D50F8A63-571C-FF4C-88D4-8A4E8AB679B3}">
      <dgm:prSet/>
      <dgm:spPr/>
      <dgm:t>
        <a:bodyPr/>
        <a:lstStyle/>
        <a:p>
          <a:endParaRPr lang="en-US">
            <a:solidFill>
              <a:sysClr val="windowText" lastClr="000000">
                <a:alpha val="50000"/>
              </a:sysClr>
            </a:solidFill>
          </a:endParaRPr>
        </a:p>
      </dgm:t>
    </dgm:pt>
    <dgm:pt modelId="{E3DAB81D-46DC-8649-AC2A-5BBF031059F9}" type="sibTrans" cxnId="{D50F8A63-571C-FF4C-88D4-8A4E8AB679B3}">
      <dgm:prSet/>
      <dgm:spPr/>
      <dgm:t>
        <a:bodyPr/>
        <a:lstStyle/>
        <a:p>
          <a:endParaRPr lang="en-US">
            <a:solidFill>
              <a:sysClr val="windowText" lastClr="000000">
                <a:alpha val="50000"/>
              </a:sysClr>
            </a:solidFill>
          </a:endParaRPr>
        </a:p>
      </dgm:t>
    </dgm:pt>
    <dgm:pt modelId="{BECD944C-DFC8-B34A-8907-4319EADF8847}">
      <dgm:prSet phldrT="[Text]"/>
      <dgm:spPr/>
      <dgm:t>
        <a:bodyPr/>
        <a:lstStyle/>
        <a:p>
          <a:r>
            <a:rPr lang="en-US" dirty="0">
              <a:solidFill>
                <a:schemeClr val="tx1">
                  <a:hueOff val="0"/>
                  <a:satOff val="0"/>
                  <a:lumOff val="0"/>
                  <a:alpha val="50000"/>
                </a:schemeClr>
              </a:solidFill>
            </a:rPr>
            <a:t>Target Firm</a:t>
          </a:r>
        </a:p>
      </dgm:t>
    </dgm:pt>
    <dgm:pt modelId="{95A7222E-D78A-564D-BD64-15677976A45F}" type="parTrans" cxnId="{D01F58E5-AB75-D04E-9064-8A8B2E141311}">
      <dgm:prSet/>
      <dgm:spPr/>
      <dgm:t>
        <a:bodyPr/>
        <a:lstStyle/>
        <a:p>
          <a:endParaRPr lang="en-US">
            <a:solidFill>
              <a:sysClr val="windowText" lastClr="000000">
                <a:alpha val="50000"/>
              </a:sysClr>
            </a:solidFill>
          </a:endParaRPr>
        </a:p>
      </dgm:t>
    </dgm:pt>
    <dgm:pt modelId="{F91B829E-4991-1345-A8ED-98845F84BDC9}" type="sibTrans" cxnId="{D01F58E5-AB75-D04E-9064-8A8B2E141311}">
      <dgm:prSet/>
      <dgm:spPr/>
      <dgm:t>
        <a:bodyPr/>
        <a:lstStyle/>
        <a:p>
          <a:endParaRPr lang="en-US">
            <a:solidFill>
              <a:sysClr val="windowText" lastClr="000000">
                <a:alpha val="50000"/>
              </a:sysClr>
            </a:solidFill>
          </a:endParaRPr>
        </a:p>
      </dgm:t>
    </dgm:pt>
    <dgm:pt modelId="{BC367213-63E1-244A-A212-E82F859D0E84}" type="pres">
      <dgm:prSet presAssocID="{3A1AA241-1C29-2E4B-A7A4-F579FCE0458F}" presName="Name0" presStyleCnt="0">
        <dgm:presLayoutVars>
          <dgm:chMax val="7"/>
          <dgm:chPref val="7"/>
          <dgm:dir/>
          <dgm:animLvl val="lvl"/>
        </dgm:presLayoutVars>
      </dgm:prSet>
      <dgm:spPr/>
    </dgm:pt>
    <dgm:pt modelId="{19A28461-EDE9-B343-BE16-EEE1EDAE8298}" type="pres">
      <dgm:prSet presAssocID="{910CFED5-8DAE-D34B-B111-C18823308B10}" presName="Accent1" presStyleCnt="0"/>
      <dgm:spPr/>
    </dgm:pt>
    <dgm:pt modelId="{629063A0-4BE2-7D41-B9DC-F4BB0812F6ED}" type="pres">
      <dgm:prSet presAssocID="{910CFED5-8DAE-D34B-B111-C18823308B10}" presName="Accent" presStyleLbl="node1" presStyleIdx="0" presStyleCnt="3" custLinFactNeighborX="-1825" custLinFactNeighborY="3864"/>
      <dgm:spPr>
        <a:solidFill>
          <a:srgbClr val="E8A087">
            <a:alpha val="50000"/>
          </a:srgbClr>
        </a:solidFill>
      </dgm:spPr>
    </dgm:pt>
    <dgm:pt modelId="{9DEBDDE6-3B03-734E-A7DE-049D9A611B67}" type="pres">
      <dgm:prSet presAssocID="{910CFED5-8DAE-D34B-B111-C18823308B10}" presName="Parent1" presStyleLbl="revTx" presStyleIdx="0" presStyleCnt="3">
        <dgm:presLayoutVars>
          <dgm:chMax val="1"/>
          <dgm:chPref val="1"/>
          <dgm:bulletEnabled val="1"/>
        </dgm:presLayoutVars>
      </dgm:prSet>
      <dgm:spPr/>
    </dgm:pt>
    <dgm:pt modelId="{2F12EBA9-37D9-614D-832E-1EB3E666EAD3}" type="pres">
      <dgm:prSet presAssocID="{47961C3E-C556-CE48-8828-307386ED89B9}" presName="Accent2" presStyleCnt="0"/>
      <dgm:spPr/>
    </dgm:pt>
    <dgm:pt modelId="{89E67948-6CE5-9A4D-A466-A01B21311811}" type="pres">
      <dgm:prSet presAssocID="{47961C3E-C556-CE48-8828-307386ED89B9}" presName="Accent" presStyleLbl="node1" presStyleIdx="1" presStyleCnt="3"/>
      <dgm:spPr>
        <a:solidFill>
          <a:srgbClr val="E8A087">
            <a:alpha val="50000"/>
          </a:srgbClr>
        </a:solidFill>
      </dgm:spPr>
    </dgm:pt>
    <dgm:pt modelId="{946ED7A8-C7AF-4048-A586-A9DF0DF23D28}" type="pres">
      <dgm:prSet presAssocID="{47961C3E-C556-CE48-8828-307386ED89B9}" presName="Parent2" presStyleLbl="revTx" presStyleIdx="1" presStyleCnt="3">
        <dgm:presLayoutVars>
          <dgm:chMax val="1"/>
          <dgm:chPref val="1"/>
          <dgm:bulletEnabled val="1"/>
        </dgm:presLayoutVars>
      </dgm:prSet>
      <dgm:spPr/>
    </dgm:pt>
    <dgm:pt modelId="{B2B4A655-34EF-8B45-9750-46AA55513579}" type="pres">
      <dgm:prSet presAssocID="{BECD944C-DFC8-B34A-8907-4319EADF8847}" presName="Accent3" presStyleCnt="0"/>
      <dgm:spPr/>
    </dgm:pt>
    <dgm:pt modelId="{48F33258-5AA4-7041-8CB3-9F0DCB028AA3}" type="pres">
      <dgm:prSet presAssocID="{BECD944C-DFC8-B34A-8907-4319EADF8847}" presName="Accent" presStyleLbl="node1" presStyleIdx="2" presStyleCnt="3"/>
      <dgm:spPr>
        <a:solidFill>
          <a:srgbClr val="E8A087">
            <a:alpha val="50000"/>
          </a:srgbClr>
        </a:solidFill>
      </dgm:spPr>
    </dgm:pt>
    <dgm:pt modelId="{8EE5A16A-A09B-B94F-BB2C-A2F16C4B41DC}" type="pres">
      <dgm:prSet presAssocID="{BECD944C-DFC8-B34A-8907-4319EADF8847}" presName="Parent3" presStyleLbl="revTx" presStyleIdx="2" presStyleCnt="3">
        <dgm:presLayoutVars>
          <dgm:chMax val="1"/>
          <dgm:chPref val="1"/>
          <dgm:bulletEnabled val="1"/>
        </dgm:presLayoutVars>
      </dgm:prSet>
      <dgm:spPr/>
    </dgm:pt>
  </dgm:ptLst>
  <dgm:cxnLst>
    <dgm:cxn modelId="{A07A0801-3A85-1D4E-9512-51B25019FCD0}" type="presOf" srcId="{3A1AA241-1C29-2E4B-A7A4-F579FCE0458F}" destId="{BC367213-63E1-244A-A212-E82F859D0E84}" srcOrd="0" destOrd="0" presId="urn:microsoft.com/office/officeart/2009/layout/CircleArrowProcess"/>
    <dgm:cxn modelId="{5080CF06-76D5-414C-BB81-29AB17108967}" type="presOf" srcId="{BECD944C-DFC8-B34A-8907-4319EADF8847}" destId="{8EE5A16A-A09B-B94F-BB2C-A2F16C4B41DC}" srcOrd="0" destOrd="0" presId="urn:microsoft.com/office/officeart/2009/layout/CircleArrowProcess"/>
    <dgm:cxn modelId="{D50F8A63-571C-FF4C-88D4-8A4E8AB679B3}" srcId="{3A1AA241-1C29-2E4B-A7A4-F579FCE0458F}" destId="{47961C3E-C556-CE48-8828-307386ED89B9}" srcOrd="1" destOrd="0" parTransId="{D6079B04-8F2E-084F-9392-130792F9B47E}" sibTransId="{E3DAB81D-46DC-8649-AC2A-5BBF031059F9}"/>
    <dgm:cxn modelId="{995BC9B2-E999-9949-9F40-AE3DC15927D6}" type="presOf" srcId="{47961C3E-C556-CE48-8828-307386ED89B9}" destId="{946ED7A8-C7AF-4048-A586-A9DF0DF23D28}" srcOrd="0" destOrd="0" presId="urn:microsoft.com/office/officeart/2009/layout/CircleArrowProcess"/>
    <dgm:cxn modelId="{5A0D71C7-5D04-A846-80EE-EE5F7476033F}" srcId="{3A1AA241-1C29-2E4B-A7A4-F579FCE0458F}" destId="{910CFED5-8DAE-D34B-B111-C18823308B10}" srcOrd="0" destOrd="0" parTransId="{6B3C4122-4C45-F74E-922A-7E8B1FCCE563}" sibTransId="{D8D51D85-9010-B740-BD6B-32164D66DF48}"/>
    <dgm:cxn modelId="{D01F58E5-AB75-D04E-9064-8A8B2E141311}" srcId="{3A1AA241-1C29-2E4B-A7A4-F579FCE0458F}" destId="{BECD944C-DFC8-B34A-8907-4319EADF8847}" srcOrd="2" destOrd="0" parTransId="{95A7222E-D78A-564D-BD64-15677976A45F}" sibTransId="{F91B829E-4991-1345-A8ED-98845F84BDC9}"/>
    <dgm:cxn modelId="{BE3497E7-5853-0443-94DC-BDD941BE715E}" type="presOf" srcId="{910CFED5-8DAE-D34B-B111-C18823308B10}" destId="{9DEBDDE6-3B03-734E-A7DE-049D9A611B67}" srcOrd="0" destOrd="0" presId="urn:microsoft.com/office/officeart/2009/layout/CircleArrowProcess"/>
    <dgm:cxn modelId="{80CA146C-B861-5A4B-9CFD-02B65F4B79E0}" type="presParOf" srcId="{BC367213-63E1-244A-A212-E82F859D0E84}" destId="{19A28461-EDE9-B343-BE16-EEE1EDAE8298}" srcOrd="0" destOrd="0" presId="urn:microsoft.com/office/officeart/2009/layout/CircleArrowProcess"/>
    <dgm:cxn modelId="{720E66B9-4E86-4544-A100-C379EE0F7799}" type="presParOf" srcId="{19A28461-EDE9-B343-BE16-EEE1EDAE8298}" destId="{629063A0-4BE2-7D41-B9DC-F4BB0812F6ED}" srcOrd="0" destOrd="0" presId="urn:microsoft.com/office/officeart/2009/layout/CircleArrowProcess"/>
    <dgm:cxn modelId="{DACEE6A1-CFE6-4642-A339-5C0B0B8C3005}" type="presParOf" srcId="{BC367213-63E1-244A-A212-E82F859D0E84}" destId="{9DEBDDE6-3B03-734E-A7DE-049D9A611B67}" srcOrd="1" destOrd="0" presId="urn:microsoft.com/office/officeart/2009/layout/CircleArrowProcess"/>
    <dgm:cxn modelId="{3E9A05E7-10EC-7C43-BDAE-888A7C354C00}" type="presParOf" srcId="{BC367213-63E1-244A-A212-E82F859D0E84}" destId="{2F12EBA9-37D9-614D-832E-1EB3E666EAD3}" srcOrd="2" destOrd="0" presId="urn:microsoft.com/office/officeart/2009/layout/CircleArrowProcess"/>
    <dgm:cxn modelId="{8E43DA97-410B-D64B-B38C-4FB224492349}" type="presParOf" srcId="{2F12EBA9-37D9-614D-832E-1EB3E666EAD3}" destId="{89E67948-6CE5-9A4D-A466-A01B21311811}" srcOrd="0" destOrd="0" presId="urn:microsoft.com/office/officeart/2009/layout/CircleArrowProcess"/>
    <dgm:cxn modelId="{E9ABA548-029E-7948-9932-B0F433D6CF7B}" type="presParOf" srcId="{BC367213-63E1-244A-A212-E82F859D0E84}" destId="{946ED7A8-C7AF-4048-A586-A9DF0DF23D28}" srcOrd="3" destOrd="0" presId="urn:microsoft.com/office/officeart/2009/layout/CircleArrowProcess"/>
    <dgm:cxn modelId="{65F76875-8137-7349-A92D-A82384E8D559}" type="presParOf" srcId="{BC367213-63E1-244A-A212-E82F859D0E84}" destId="{B2B4A655-34EF-8B45-9750-46AA55513579}" srcOrd="4" destOrd="0" presId="urn:microsoft.com/office/officeart/2009/layout/CircleArrowProcess"/>
    <dgm:cxn modelId="{6A0FE164-CB18-CD4F-AAE7-DDAE5ED09156}" type="presParOf" srcId="{B2B4A655-34EF-8B45-9750-46AA55513579}" destId="{48F33258-5AA4-7041-8CB3-9F0DCB028AA3}" srcOrd="0" destOrd="0" presId="urn:microsoft.com/office/officeart/2009/layout/CircleArrowProcess"/>
    <dgm:cxn modelId="{24662F7B-6191-C447-9926-AECB13AE225B}" type="presParOf" srcId="{BC367213-63E1-244A-A212-E82F859D0E84}" destId="{8EE5A16A-A09B-B94F-BB2C-A2F16C4B41DC}" srcOrd="5" destOrd="0" presId="urn:microsoft.com/office/officeart/2009/layout/CircleArrowProcess"/>
  </dgm:cxnLst>
  <dgm:bg>
    <a:noFill/>
  </dgm:bg>
  <dgm:whole>
    <a:ln>
      <a:noFill/>
    </a:ln>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A1AA241-1C29-2E4B-A7A4-F579FCE0458F}" type="doc">
      <dgm:prSet loTypeId="urn:microsoft.com/office/officeart/2009/layout/CircleArrowProcess" loCatId="" qsTypeId="urn:microsoft.com/office/officeart/2005/8/quickstyle/simple1" qsCatId="simple" csTypeId="urn:microsoft.com/office/officeart/2005/8/colors/accent1_2" csCatId="accent1" phldr="1"/>
      <dgm:spPr/>
      <dgm:t>
        <a:bodyPr/>
        <a:lstStyle/>
        <a:p>
          <a:endParaRPr lang="en-US"/>
        </a:p>
      </dgm:t>
    </dgm:pt>
    <dgm:pt modelId="{910CFED5-8DAE-D34B-B111-C18823308B10}">
      <dgm:prSet phldrT="[Text]"/>
      <dgm:spPr/>
      <dgm:t>
        <a:bodyPr/>
        <a:lstStyle/>
        <a:p>
          <a:r>
            <a:rPr lang="en-US" dirty="0">
              <a:solidFill>
                <a:schemeClr val="tx1">
                  <a:hueOff val="0"/>
                  <a:satOff val="0"/>
                  <a:lumOff val="0"/>
                  <a:alpha val="50000"/>
                </a:schemeClr>
              </a:solidFill>
            </a:rPr>
            <a:t>Testing</a:t>
          </a:r>
        </a:p>
      </dgm:t>
    </dgm:pt>
    <dgm:pt modelId="{6B3C4122-4C45-F74E-922A-7E8B1FCCE563}" type="parTrans" cxnId="{5A0D71C7-5D04-A846-80EE-EE5F7476033F}">
      <dgm:prSet/>
      <dgm:spPr/>
      <dgm:t>
        <a:bodyPr/>
        <a:lstStyle/>
        <a:p>
          <a:endParaRPr lang="en-US">
            <a:solidFill>
              <a:sysClr val="windowText" lastClr="000000">
                <a:alpha val="50000"/>
              </a:sysClr>
            </a:solidFill>
          </a:endParaRPr>
        </a:p>
      </dgm:t>
    </dgm:pt>
    <dgm:pt modelId="{D8D51D85-9010-B740-BD6B-32164D66DF48}" type="sibTrans" cxnId="{5A0D71C7-5D04-A846-80EE-EE5F7476033F}">
      <dgm:prSet/>
      <dgm:spPr/>
      <dgm:t>
        <a:bodyPr/>
        <a:lstStyle/>
        <a:p>
          <a:endParaRPr lang="en-US">
            <a:solidFill>
              <a:sysClr val="windowText" lastClr="000000">
                <a:alpha val="50000"/>
              </a:sysClr>
            </a:solidFill>
          </a:endParaRPr>
        </a:p>
      </dgm:t>
    </dgm:pt>
    <dgm:pt modelId="{47961C3E-C556-CE48-8828-307386ED89B9}">
      <dgm:prSet phldrT="[Text]"/>
      <dgm:spPr/>
      <dgm:t>
        <a:bodyPr/>
        <a:lstStyle/>
        <a:p>
          <a:r>
            <a:rPr lang="en-US" dirty="0">
              <a:solidFill>
                <a:schemeClr val="tx1">
                  <a:hueOff val="0"/>
                  <a:satOff val="0"/>
                  <a:lumOff val="0"/>
                  <a:alpha val="50000"/>
                </a:schemeClr>
              </a:solidFill>
            </a:rPr>
            <a:t>Clustering</a:t>
          </a:r>
        </a:p>
      </dgm:t>
    </dgm:pt>
    <dgm:pt modelId="{D6079B04-8F2E-084F-9392-130792F9B47E}" type="parTrans" cxnId="{D50F8A63-571C-FF4C-88D4-8A4E8AB679B3}">
      <dgm:prSet/>
      <dgm:spPr/>
      <dgm:t>
        <a:bodyPr/>
        <a:lstStyle/>
        <a:p>
          <a:endParaRPr lang="en-US">
            <a:solidFill>
              <a:sysClr val="windowText" lastClr="000000">
                <a:alpha val="50000"/>
              </a:sysClr>
            </a:solidFill>
          </a:endParaRPr>
        </a:p>
      </dgm:t>
    </dgm:pt>
    <dgm:pt modelId="{E3DAB81D-46DC-8649-AC2A-5BBF031059F9}" type="sibTrans" cxnId="{D50F8A63-571C-FF4C-88D4-8A4E8AB679B3}">
      <dgm:prSet/>
      <dgm:spPr/>
      <dgm:t>
        <a:bodyPr/>
        <a:lstStyle/>
        <a:p>
          <a:endParaRPr lang="en-US">
            <a:solidFill>
              <a:sysClr val="windowText" lastClr="000000">
                <a:alpha val="50000"/>
              </a:sysClr>
            </a:solidFill>
          </a:endParaRPr>
        </a:p>
      </dgm:t>
    </dgm:pt>
    <dgm:pt modelId="{BECD944C-DFC8-B34A-8907-4319EADF8847}">
      <dgm:prSet phldrT="[Text]"/>
      <dgm:spPr/>
      <dgm:t>
        <a:bodyPr/>
        <a:lstStyle/>
        <a:p>
          <a:r>
            <a:rPr lang="en-US" dirty="0">
              <a:solidFill>
                <a:schemeClr val="tx1">
                  <a:hueOff val="0"/>
                  <a:satOff val="0"/>
                  <a:lumOff val="0"/>
                  <a:alpha val="49617"/>
                </a:schemeClr>
              </a:solidFill>
            </a:rPr>
            <a:t>Decomposition</a:t>
          </a:r>
          <a:endParaRPr lang="en-US" dirty="0">
            <a:solidFill>
              <a:schemeClr val="tx1">
                <a:hueOff val="0"/>
                <a:satOff val="0"/>
                <a:lumOff val="0"/>
                <a:alpha val="50000"/>
              </a:schemeClr>
            </a:solidFill>
          </a:endParaRPr>
        </a:p>
      </dgm:t>
    </dgm:pt>
    <dgm:pt modelId="{95A7222E-D78A-564D-BD64-15677976A45F}" type="parTrans" cxnId="{D01F58E5-AB75-D04E-9064-8A8B2E141311}">
      <dgm:prSet/>
      <dgm:spPr/>
      <dgm:t>
        <a:bodyPr/>
        <a:lstStyle/>
        <a:p>
          <a:endParaRPr lang="en-US">
            <a:solidFill>
              <a:sysClr val="windowText" lastClr="000000">
                <a:alpha val="50000"/>
              </a:sysClr>
            </a:solidFill>
          </a:endParaRPr>
        </a:p>
      </dgm:t>
    </dgm:pt>
    <dgm:pt modelId="{F91B829E-4991-1345-A8ED-98845F84BDC9}" type="sibTrans" cxnId="{D01F58E5-AB75-D04E-9064-8A8B2E141311}">
      <dgm:prSet/>
      <dgm:spPr/>
      <dgm:t>
        <a:bodyPr/>
        <a:lstStyle/>
        <a:p>
          <a:endParaRPr lang="en-US">
            <a:solidFill>
              <a:sysClr val="windowText" lastClr="000000">
                <a:alpha val="50000"/>
              </a:sysClr>
            </a:solidFill>
          </a:endParaRPr>
        </a:p>
      </dgm:t>
    </dgm:pt>
    <dgm:pt modelId="{1424E90B-7304-9749-A756-A7B4D672F320}">
      <dgm:prSet/>
      <dgm:spPr/>
      <dgm:t>
        <a:bodyPr/>
        <a:lstStyle/>
        <a:p>
          <a:r>
            <a:rPr lang="en-US" dirty="0">
              <a:solidFill>
                <a:schemeClr val="tx1">
                  <a:hueOff val="0"/>
                  <a:satOff val="0"/>
                  <a:lumOff val="0"/>
                  <a:alpha val="49617"/>
                </a:schemeClr>
              </a:solidFill>
            </a:rPr>
            <a:t>Modelling</a:t>
          </a:r>
        </a:p>
      </dgm:t>
    </dgm:pt>
    <dgm:pt modelId="{8D3CF685-3630-8E4A-8D5A-193728676C30}" type="parTrans" cxnId="{7881B11B-9A75-F74F-AAC9-BF1AE4D2CCAA}">
      <dgm:prSet/>
      <dgm:spPr/>
      <dgm:t>
        <a:bodyPr/>
        <a:lstStyle/>
        <a:p>
          <a:endParaRPr lang="en-US"/>
        </a:p>
      </dgm:t>
    </dgm:pt>
    <dgm:pt modelId="{3688B9F0-3A80-7347-A058-7101587BD717}" type="sibTrans" cxnId="{7881B11B-9A75-F74F-AAC9-BF1AE4D2CCAA}">
      <dgm:prSet/>
      <dgm:spPr/>
      <dgm:t>
        <a:bodyPr/>
        <a:lstStyle/>
        <a:p>
          <a:endParaRPr lang="en-US"/>
        </a:p>
      </dgm:t>
    </dgm:pt>
    <dgm:pt modelId="{BC367213-63E1-244A-A212-E82F859D0E84}" type="pres">
      <dgm:prSet presAssocID="{3A1AA241-1C29-2E4B-A7A4-F579FCE0458F}" presName="Name0" presStyleCnt="0">
        <dgm:presLayoutVars>
          <dgm:chMax val="7"/>
          <dgm:chPref val="7"/>
          <dgm:dir/>
          <dgm:animLvl val="lvl"/>
        </dgm:presLayoutVars>
      </dgm:prSet>
      <dgm:spPr/>
    </dgm:pt>
    <dgm:pt modelId="{41609A28-4ED2-A440-BFB8-7528CA70CDAE}" type="pres">
      <dgm:prSet presAssocID="{910CFED5-8DAE-D34B-B111-C18823308B10}" presName="Accent1" presStyleCnt="0"/>
      <dgm:spPr/>
    </dgm:pt>
    <dgm:pt modelId="{629063A0-4BE2-7D41-B9DC-F4BB0812F6ED}" type="pres">
      <dgm:prSet presAssocID="{910CFED5-8DAE-D34B-B111-C18823308B10}" presName="Accent" presStyleLbl="node1" presStyleIdx="0" presStyleCnt="4" custAng="0" custLinFactNeighborX="-1825" custLinFactNeighborY="3864"/>
      <dgm:spPr>
        <a:solidFill>
          <a:srgbClr val="E8A087">
            <a:alpha val="50000"/>
          </a:srgbClr>
        </a:solidFill>
      </dgm:spPr>
    </dgm:pt>
    <dgm:pt modelId="{53BE955E-6B9A-4348-99E3-F82F8F045901}" type="pres">
      <dgm:prSet presAssocID="{910CFED5-8DAE-D34B-B111-C18823308B10}" presName="Parent1" presStyleLbl="revTx" presStyleIdx="0" presStyleCnt="4">
        <dgm:presLayoutVars>
          <dgm:chMax val="1"/>
          <dgm:chPref val="1"/>
          <dgm:bulletEnabled val="1"/>
        </dgm:presLayoutVars>
      </dgm:prSet>
      <dgm:spPr/>
    </dgm:pt>
    <dgm:pt modelId="{A65141F7-1E3D-D94B-8C99-E9E4B163FB28}" type="pres">
      <dgm:prSet presAssocID="{47961C3E-C556-CE48-8828-307386ED89B9}" presName="Accent2" presStyleCnt="0"/>
      <dgm:spPr/>
    </dgm:pt>
    <dgm:pt modelId="{89E67948-6CE5-9A4D-A466-A01B21311811}" type="pres">
      <dgm:prSet presAssocID="{47961C3E-C556-CE48-8828-307386ED89B9}" presName="Accent" presStyleLbl="node1" presStyleIdx="1" presStyleCnt="4"/>
      <dgm:spPr>
        <a:solidFill>
          <a:srgbClr val="E8A087">
            <a:alpha val="50000"/>
          </a:srgbClr>
        </a:solidFill>
      </dgm:spPr>
    </dgm:pt>
    <dgm:pt modelId="{C01342F8-7065-6945-B2B4-822D89A02563}" type="pres">
      <dgm:prSet presAssocID="{47961C3E-C556-CE48-8828-307386ED89B9}" presName="Parent2" presStyleLbl="revTx" presStyleIdx="1" presStyleCnt="4">
        <dgm:presLayoutVars>
          <dgm:chMax val="1"/>
          <dgm:chPref val="1"/>
          <dgm:bulletEnabled val="1"/>
        </dgm:presLayoutVars>
      </dgm:prSet>
      <dgm:spPr/>
    </dgm:pt>
    <dgm:pt modelId="{8D0E9D3A-659D-4A41-B369-961CE6C29D76}" type="pres">
      <dgm:prSet presAssocID="{BECD944C-DFC8-B34A-8907-4319EADF8847}" presName="Accent3" presStyleCnt="0"/>
      <dgm:spPr/>
    </dgm:pt>
    <dgm:pt modelId="{48F33258-5AA4-7041-8CB3-9F0DCB028AA3}" type="pres">
      <dgm:prSet presAssocID="{BECD944C-DFC8-B34A-8907-4319EADF8847}" presName="Accent" presStyleLbl="node1" presStyleIdx="2" presStyleCnt="4"/>
      <dgm:spPr>
        <a:solidFill>
          <a:srgbClr val="E8A087">
            <a:alpha val="50000"/>
          </a:srgbClr>
        </a:solidFill>
      </dgm:spPr>
    </dgm:pt>
    <dgm:pt modelId="{383084B2-EEC4-DC41-8CFA-6E7EEA6A1C17}" type="pres">
      <dgm:prSet presAssocID="{BECD944C-DFC8-B34A-8907-4319EADF8847}" presName="Parent3" presStyleLbl="revTx" presStyleIdx="2" presStyleCnt="4">
        <dgm:presLayoutVars>
          <dgm:chMax val="1"/>
          <dgm:chPref val="1"/>
          <dgm:bulletEnabled val="1"/>
        </dgm:presLayoutVars>
      </dgm:prSet>
      <dgm:spPr/>
    </dgm:pt>
    <dgm:pt modelId="{4EBCDC6C-67E2-0840-B834-C103D4CA490E}" type="pres">
      <dgm:prSet presAssocID="{1424E90B-7304-9749-A756-A7B4D672F320}" presName="Accent4" presStyleCnt="0"/>
      <dgm:spPr/>
    </dgm:pt>
    <dgm:pt modelId="{D95DF094-747E-7345-AFF1-48092E9521EC}" type="pres">
      <dgm:prSet presAssocID="{1424E90B-7304-9749-A756-A7B4D672F320}" presName="Accent" presStyleLbl="node1" presStyleIdx="3" presStyleCnt="4"/>
      <dgm:spPr>
        <a:solidFill>
          <a:srgbClr val="E8A087">
            <a:alpha val="50000"/>
          </a:srgbClr>
        </a:solidFill>
      </dgm:spPr>
    </dgm:pt>
    <dgm:pt modelId="{BE6341F4-27DF-C144-90C6-8C2A08D7774E}" type="pres">
      <dgm:prSet presAssocID="{1424E90B-7304-9749-A756-A7B4D672F320}" presName="Parent4" presStyleLbl="revTx" presStyleIdx="3" presStyleCnt="4">
        <dgm:presLayoutVars>
          <dgm:chMax val="1"/>
          <dgm:chPref val="1"/>
          <dgm:bulletEnabled val="1"/>
        </dgm:presLayoutVars>
      </dgm:prSet>
      <dgm:spPr/>
    </dgm:pt>
  </dgm:ptLst>
  <dgm:cxnLst>
    <dgm:cxn modelId="{A07A0801-3A85-1D4E-9512-51B25019FCD0}" type="presOf" srcId="{3A1AA241-1C29-2E4B-A7A4-F579FCE0458F}" destId="{BC367213-63E1-244A-A212-E82F859D0E84}" srcOrd="0" destOrd="0" presId="urn:microsoft.com/office/officeart/2009/layout/CircleArrowProcess"/>
    <dgm:cxn modelId="{7881B11B-9A75-F74F-AAC9-BF1AE4D2CCAA}" srcId="{3A1AA241-1C29-2E4B-A7A4-F579FCE0458F}" destId="{1424E90B-7304-9749-A756-A7B4D672F320}" srcOrd="3" destOrd="0" parTransId="{8D3CF685-3630-8E4A-8D5A-193728676C30}" sibTransId="{3688B9F0-3A80-7347-A058-7101587BD717}"/>
    <dgm:cxn modelId="{D50F8A63-571C-FF4C-88D4-8A4E8AB679B3}" srcId="{3A1AA241-1C29-2E4B-A7A4-F579FCE0458F}" destId="{47961C3E-C556-CE48-8828-307386ED89B9}" srcOrd="1" destOrd="0" parTransId="{D6079B04-8F2E-084F-9392-130792F9B47E}" sibTransId="{E3DAB81D-46DC-8649-AC2A-5BBF031059F9}"/>
    <dgm:cxn modelId="{5A0D71C7-5D04-A846-80EE-EE5F7476033F}" srcId="{3A1AA241-1C29-2E4B-A7A4-F579FCE0458F}" destId="{910CFED5-8DAE-D34B-B111-C18823308B10}" srcOrd="0" destOrd="0" parTransId="{6B3C4122-4C45-F74E-922A-7E8B1FCCE563}" sibTransId="{D8D51D85-9010-B740-BD6B-32164D66DF48}"/>
    <dgm:cxn modelId="{16B8CED1-62A6-5644-A9DE-AF97051DF820}" type="presOf" srcId="{BECD944C-DFC8-B34A-8907-4319EADF8847}" destId="{383084B2-EEC4-DC41-8CFA-6E7EEA6A1C17}" srcOrd="0" destOrd="0" presId="urn:microsoft.com/office/officeart/2009/layout/CircleArrowProcess"/>
    <dgm:cxn modelId="{3AF3D7D1-D4A6-E446-915D-1546B1A153CE}" type="presOf" srcId="{910CFED5-8DAE-D34B-B111-C18823308B10}" destId="{53BE955E-6B9A-4348-99E3-F82F8F045901}" srcOrd="0" destOrd="0" presId="urn:microsoft.com/office/officeart/2009/layout/CircleArrowProcess"/>
    <dgm:cxn modelId="{6B41BAD6-4E1E-9847-91A3-D8697119F23A}" type="presOf" srcId="{47961C3E-C556-CE48-8828-307386ED89B9}" destId="{C01342F8-7065-6945-B2B4-822D89A02563}" srcOrd="0" destOrd="0" presId="urn:microsoft.com/office/officeart/2009/layout/CircleArrowProcess"/>
    <dgm:cxn modelId="{D01F58E5-AB75-D04E-9064-8A8B2E141311}" srcId="{3A1AA241-1C29-2E4B-A7A4-F579FCE0458F}" destId="{BECD944C-DFC8-B34A-8907-4319EADF8847}" srcOrd="2" destOrd="0" parTransId="{95A7222E-D78A-564D-BD64-15677976A45F}" sibTransId="{F91B829E-4991-1345-A8ED-98845F84BDC9}"/>
    <dgm:cxn modelId="{57AC60FE-BD2F-214D-BEAA-A49FE4363CBD}" type="presOf" srcId="{1424E90B-7304-9749-A756-A7B4D672F320}" destId="{BE6341F4-27DF-C144-90C6-8C2A08D7774E}" srcOrd="0" destOrd="0" presId="urn:microsoft.com/office/officeart/2009/layout/CircleArrowProcess"/>
    <dgm:cxn modelId="{B23A9394-E8DC-264E-AA7B-9DC56A2D319A}" type="presParOf" srcId="{BC367213-63E1-244A-A212-E82F859D0E84}" destId="{41609A28-4ED2-A440-BFB8-7528CA70CDAE}" srcOrd="0" destOrd="0" presId="urn:microsoft.com/office/officeart/2009/layout/CircleArrowProcess"/>
    <dgm:cxn modelId="{EB554D61-8329-414F-9C87-A87EB9F887FA}" type="presParOf" srcId="{41609A28-4ED2-A440-BFB8-7528CA70CDAE}" destId="{629063A0-4BE2-7D41-B9DC-F4BB0812F6ED}" srcOrd="0" destOrd="0" presId="urn:microsoft.com/office/officeart/2009/layout/CircleArrowProcess"/>
    <dgm:cxn modelId="{3BE0307C-18CB-E341-A9B5-D4D0943AA607}" type="presParOf" srcId="{BC367213-63E1-244A-A212-E82F859D0E84}" destId="{53BE955E-6B9A-4348-99E3-F82F8F045901}" srcOrd="1" destOrd="0" presId="urn:microsoft.com/office/officeart/2009/layout/CircleArrowProcess"/>
    <dgm:cxn modelId="{D9BD986D-B0AE-FB44-B091-C9D080165E20}" type="presParOf" srcId="{BC367213-63E1-244A-A212-E82F859D0E84}" destId="{A65141F7-1E3D-D94B-8C99-E9E4B163FB28}" srcOrd="2" destOrd="0" presId="urn:microsoft.com/office/officeart/2009/layout/CircleArrowProcess"/>
    <dgm:cxn modelId="{38015781-6FEE-694F-B05F-CEE3483F480F}" type="presParOf" srcId="{A65141F7-1E3D-D94B-8C99-E9E4B163FB28}" destId="{89E67948-6CE5-9A4D-A466-A01B21311811}" srcOrd="0" destOrd="0" presId="urn:microsoft.com/office/officeart/2009/layout/CircleArrowProcess"/>
    <dgm:cxn modelId="{AD45F8FE-D26A-6149-B6AA-98534F89BCCA}" type="presParOf" srcId="{BC367213-63E1-244A-A212-E82F859D0E84}" destId="{C01342F8-7065-6945-B2B4-822D89A02563}" srcOrd="3" destOrd="0" presId="urn:microsoft.com/office/officeart/2009/layout/CircleArrowProcess"/>
    <dgm:cxn modelId="{E0CC6EDD-B862-6243-9178-798BFCAFB287}" type="presParOf" srcId="{BC367213-63E1-244A-A212-E82F859D0E84}" destId="{8D0E9D3A-659D-4A41-B369-961CE6C29D76}" srcOrd="4" destOrd="0" presId="urn:microsoft.com/office/officeart/2009/layout/CircleArrowProcess"/>
    <dgm:cxn modelId="{268685FD-7C48-CB4D-B3D9-D0E6847D9FA7}" type="presParOf" srcId="{8D0E9D3A-659D-4A41-B369-961CE6C29D76}" destId="{48F33258-5AA4-7041-8CB3-9F0DCB028AA3}" srcOrd="0" destOrd="0" presId="urn:microsoft.com/office/officeart/2009/layout/CircleArrowProcess"/>
    <dgm:cxn modelId="{661E45CF-B574-2B4B-80D4-F1DE6885416D}" type="presParOf" srcId="{BC367213-63E1-244A-A212-E82F859D0E84}" destId="{383084B2-EEC4-DC41-8CFA-6E7EEA6A1C17}" srcOrd="5" destOrd="0" presId="urn:microsoft.com/office/officeart/2009/layout/CircleArrowProcess"/>
    <dgm:cxn modelId="{8E2CCCB9-B52C-0B49-B409-81BD8E1869F1}" type="presParOf" srcId="{BC367213-63E1-244A-A212-E82F859D0E84}" destId="{4EBCDC6C-67E2-0840-B834-C103D4CA490E}" srcOrd="6" destOrd="0" presId="urn:microsoft.com/office/officeart/2009/layout/CircleArrowProcess"/>
    <dgm:cxn modelId="{D127F1BE-ABA8-C441-811F-843ABAB07B9F}" type="presParOf" srcId="{4EBCDC6C-67E2-0840-B834-C103D4CA490E}" destId="{D95DF094-747E-7345-AFF1-48092E9521EC}" srcOrd="0" destOrd="0" presId="urn:microsoft.com/office/officeart/2009/layout/CircleArrowProcess"/>
    <dgm:cxn modelId="{7231D62E-657C-7049-88C0-8B0017CE1B2A}" type="presParOf" srcId="{BC367213-63E1-244A-A212-E82F859D0E84}" destId="{BE6341F4-27DF-C144-90C6-8C2A08D7774E}" srcOrd="7" destOrd="0" presId="urn:microsoft.com/office/officeart/2009/layout/CircleArrowProcess"/>
  </dgm:cxnLst>
  <dgm:bg>
    <a:noFill/>
  </dgm:bg>
  <dgm:whole>
    <a:ln>
      <a:noFill/>
    </a:ln>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A1AA241-1C29-2E4B-A7A4-F579FCE0458F}" type="doc">
      <dgm:prSet loTypeId="urn:microsoft.com/office/officeart/2009/layout/CircleArrowProcess" loCatId="" qsTypeId="urn:microsoft.com/office/officeart/2005/8/quickstyle/simple1" qsCatId="simple" csTypeId="urn:microsoft.com/office/officeart/2005/8/colors/accent1_2" csCatId="accent1" phldr="1"/>
      <dgm:spPr/>
      <dgm:t>
        <a:bodyPr/>
        <a:lstStyle/>
        <a:p>
          <a:endParaRPr lang="en-US"/>
        </a:p>
      </dgm:t>
    </dgm:pt>
    <dgm:pt modelId="{910CFED5-8DAE-D34B-B111-C18823308B10}">
      <dgm:prSet phldrT="[Text]"/>
      <dgm:spPr/>
      <dgm:t>
        <a:bodyPr/>
        <a:lstStyle/>
        <a:p>
          <a:r>
            <a:rPr lang="en-US" dirty="0">
              <a:solidFill>
                <a:schemeClr val="tx1">
                  <a:hueOff val="0"/>
                  <a:satOff val="0"/>
                  <a:lumOff val="0"/>
                  <a:alpha val="50000"/>
                </a:schemeClr>
              </a:solidFill>
            </a:rPr>
            <a:t>Testing</a:t>
          </a:r>
        </a:p>
      </dgm:t>
    </dgm:pt>
    <dgm:pt modelId="{6B3C4122-4C45-F74E-922A-7E8B1FCCE563}" type="parTrans" cxnId="{5A0D71C7-5D04-A846-80EE-EE5F7476033F}">
      <dgm:prSet/>
      <dgm:spPr/>
      <dgm:t>
        <a:bodyPr/>
        <a:lstStyle/>
        <a:p>
          <a:endParaRPr lang="en-US">
            <a:solidFill>
              <a:sysClr val="windowText" lastClr="000000">
                <a:alpha val="50000"/>
              </a:sysClr>
            </a:solidFill>
          </a:endParaRPr>
        </a:p>
      </dgm:t>
    </dgm:pt>
    <dgm:pt modelId="{D8D51D85-9010-B740-BD6B-32164D66DF48}" type="sibTrans" cxnId="{5A0D71C7-5D04-A846-80EE-EE5F7476033F}">
      <dgm:prSet/>
      <dgm:spPr/>
      <dgm:t>
        <a:bodyPr/>
        <a:lstStyle/>
        <a:p>
          <a:endParaRPr lang="en-US">
            <a:solidFill>
              <a:sysClr val="windowText" lastClr="000000">
                <a:alpha val="50000"/>
              </a:sysClr>
            </a:solidFill>
          </a:endParaRPr>
        </a:p>
      </dgm:t>
    </dgm:pt>
    <dgm:pt modelId="{47961C3E-C556-CE48-8828-307386ED89B9}">
      <dgm:prSet phldrT="[Text]"/>
      <dgm:spPr/>
      <dgm:t>
        <a:bodyPr/>
        <a:lstStyle/>
        <a:p>
          <a:r>
            <a:rPr lang="en-US" dirty="0">
              <a:solidFill>
                <a:schemeClr val="tx1">
                  <a:hueOff val="0"/>
                  <a:satOff val="0"/>
                  <a:lumOff val="0"/>
                  <a:alpha val="50000"/>
                </a:schemeClr>
              </a:solidFill>
            </a:rPr>
            <a:t>Clustering</a:t>
          </a:r>
        </a:p>
      </dgm:t>
    </dgm:pt>
    <dgm:pt modelId="{D6079B04-8F2E-084F-9392-130792F9B47E}" type="parTrans" cxnId="{D50F8A63-571C-FF4C-88D4-8A4E8AB679B3}">
      <dgm:prSet/>
      <dgm:spPr/>
      <dgm:t>
        <a:bodyPr/>
        <a:lstStyle/>
        <a:p>
          <a:endParaRPr lang="en-US">
            <a:solidFill>
              <a:sysClr val="windowText" lastClr="000000">
                <a:alpha val="50000"/>
              </a:sysClr>
            </a:solidFill>
          </a:endParaRPr>
        </a:p>
      </dgm:t>
    </dgm:pt>
    <dgm:pt modelId="{E3DAB81D-46DC-8649-AC2A-5BBF031059F9}" type="sibTrans" cxnId="{D50F8A63-571C-FF4C-88D4-8A4E8AB679B3}">
      <dgm:prSet/>
      <dgm:spPr/>
      <dgm:t>
        <a:bodyPr/>
        <a:lstStyle/>
        <a:p>
          <a:endParaRPr lang="en-US">
            <a:solidFill>
              <a:sysClr val="windowText" lastClr="000000">
                <a:alpha val="50000"/>
              </a:sysClr>
            </a:solidFill>
          </a:endParaRPr>
        </a:p>
      </dgm:t>
    </dgm:pt>
    <dgm:pt modelId="{BECD944C-DFC8-B34A-8907-4319EADF8847}">
      <dgm:prSet phldrT="[Text]"/>
      <dgm:spPr/>
      <dgm:t>
        <a:bodyPr/>
        <a:lstStyle/>
        <a:p>
          <a:r>
            <a:rPr lang="en-US" dirty="0">
              <a:solidFill>
                <a:schemeClr val="tx1">
                  <a:hueOff val="0"/>
                  <a:satOff val="0"/>
                  <a:lumOff val="0"/>
                  <a:alpha val="49617"/>
                </a:schemeClr>
              </a:solidFill>
            </a:rPr>
            <a:t>Decomposition</a:t>
          </a:r>
          <a:endParaRPr lang="en-US" dirty="0">
            <a:solidFill>
              <a:schemeClr val="tx1">
                <a:hueOff val="0"/>
                <a:satOff val="0"/>
                <a:lumOff val="0"/>
                <a:alpha val="50000"/>
              </a:schemeClr>
            </a:solidFill>
          </a:endParaRPr>
        </a:p>
      </dgm:t>
    </dgm:pt>
    <dgm:pt modelId="{95A7222E-D78A-564D-BD64-15677976A45F}" type="parTrans" cxnId="{D01F58E5-AB75-D04E-9064-8A8B2E141311}">
      <dgm:prSet/>
      <dgm:spPr/>
      <dgm:t>
        <a:bodyPr/>
        <a:lstStyle/>
        <a:p>
          <a:endParaRPr lang="en-US">
            <a:solidFill>
              <a:sysClr val="windowText" lastClr="000000">
                <a:alpha val="50000"/>
              </a:sysClr>
            </a:solidFill>
          </a:endParaRPr>
        </a:p>
      </dgm:t>
    </dgm:pt>
    <dgm:pt modelId="{F91B829E-4991-1345-A8ED-98845F84BDC9}" type="sibTrans" cxnId="{D01F58E5-AB75-D04E-9064-8A8B2E141311}">
      <dgm:prSet/>
      <dgm:spPr/>
      <dgm:t>
        <a:bodyPr/>
        <a:lstStyle/>
        <a:p>
          <a:endParaRPr lang="en-US">
            <a:solidFill>
              <a:sysClr val="windowText" lastClr="000000">
                <a:alpha val="50000"/>
              </a:sysClr>
            </a:solidFill>
          </a:endParaRPr>
        </a:p>
      </dgm:t>
    </dgm:pt>
    <dgm:pt modelId="{1424E90B-7304-9749-A756-A7B4D672F320}">
      <dgm:prSet/>
      <dgm:spPr/>
      <dgm:t>
        <a:bodyPr/>
        <a:lstStyle/>
        <a:p>
          <a:r>
            <a:rPr lang="en-US" dirty="0">
              <a:solidFill>
                <a:schemeClr val="tx1">
                  <a:hueOff val="0"/>
                  <a:satOff val="0"/>
                  <a:lumOff val="0"/>
                  <a:alpha val="49617"/>
                </a:schemeClr>
              </a:solidFill>
            </a:rPr>
            <a:t>Modelling</a:t>
          </a:r>
        </a:p>
      </dgm:t>
    </dgm:pt>
    <dgm:pt modelId="{8D3CF685-3630-8E4A-8D5A-193728676C30}" type="parTrans" cxnId="{7881B11B-9A75-F74F-AAC9-BF1AE4D2CCAA}">
      <dgm:prSet/>
      <dgm:spPr/>
      <dgm:t>
        <a:bodyPr/>
        <a:lstStyle/>
        <a:p>
          <a:endParaRPr lang="en-US"/>
        </a:p>
      </dgm:t>
    </dgm:pt>
    <dgm:pt modelId="{3688B9F0-3A80-7347-A058-7101587BD717}" type="sibTrans" cxnId="{7881B11B-9A75-F74F-AAC9-BF1AE4D2CCAA}">
      <dgm:prSet/>
      <dgm:spPr/>
      <dgm:t>
        <a:bodyPr/>
        <a:lstStyle/>
        <a:p>
          <a:endParaRPr lang="en-US"/>
        </a:p>
      </dgm:t>
    </dgm:pt>
    <dgm:pt modelId="{BC367213-63E1-244A-A212-E82F859D0E84}" type="pres">
      <dgm:prSet presAssocID="{3A1AA241-1C29-2E4B-A7A4-F579FCE0458F}" presName="Name0" presStyleCnt="0">
        <dgm:presLayoutVars>
          <dgm:chMax val="7"/>
          <dgm:chPref val="7"/>
          <dgm:dir/>
          <dgm:animLvl val="lvl"/>
        </dgm:presLayoutVars>
      </dgm:prSet>
      <dgm:spPr/>
    </dgm:pt>
    <dgm:pt modelId="{41609A28-4ED2-A440-BFB8-7528CA70CDAE}" type="pres">
      <dgm:prSet presAssocID="{910CFED5-8DAE-D34B-B111-C18823308B10}" presName="Accent1" presStyleCnt="0"/>
      <dgm:spPr/>
    </dgm:pt>
    <dgm:pt modelId="{629063A0-4BE2-7D41-B9DC-F4BB0812F6ED}" type="pres">
      <dgm:prSet presAssocID="{910CFED5-8DAE-D34B-B111-C18823308B10}" presName="Accent" presStyleLbl="node1" presStyleIdx="0" presStyleCnt="4" custAng="0" custLinFactNeighborX="-1825" custLinFactNeighborY="3864"/>
      <dgm:spPr>
        <a:solidFill>
          <a:srgbClr val="E8A087">
            <a:alpha val="50000"/>
          </a:srgbClr>
        </a:solidFill>
      </dgm:spPr>
    </dgm:pt>
    <dgm:pt modelId="{53BE955E-6B9A-4348-99E3-F82F8F045901}" type="pres">
      <dgm:prSet presAssocID="{910CFED5-8DAE-D34B-B111-C18823308B10}" presName="Parent1" presStyleLbl="revTx" presStyleIdx="0" presStyleCnt="4">
        <dgm:presLayoutVars>
          <dgm:chMax val="1"/>
          <dgm:chPref val="1"/>
          <dgm:bulletEnabled val="1"/>
        </dgm:presLayoutVars>
      </dgm:prSet>
      <dgm:spPr/>
    </dgm:pt>
    <dgm:pt modelId="{A65141F7-1E3D-D94B-8C99-E9E4B163FB28}" type="pres">
      <dgm:prSet presAssocID="{47961C3E-C556-CE48-8828-307386ED89B9}" presName="Accent2" presStyleCnt="0"/>
      <dgm:spPr/>
    </dgm:pt>
    <dgm:pt modelId="{89E67948-6CE5-9A4D-A466-A01B21311811}" type="pres">
      <dgm:prSet presAssocID="{47961C3E-C556-CE48-8828-307386ED89B9}" presName="Accent" presStyleLbl="node1" presStyleIdx="1" presStyleCnt="4"/>
      <dgm:spPr>
        <a:solidFill>
          <a:srgbClr val="E8A087">
            <a:alpha val="50000"/>
          </a:srgbClr>
        </a:solidFill>
      </dgm:spPr>
    </dgm:pt>
    <dgm:pt modelId="{C01342F8-7065-6945-B2B4-822D89A02563}" type="pres">
      <dgm:prSet presAssocID="{47961C3E-C556-CE48-8828-307386ED89B9}" presName="Parent2" presStyleLbl="revTx" presStyleIdx="1" presStyleCnt="4">
        <dgm:presLayoutVars>
          <dgm:chMax val="1"/>
          <dgm:chPref val="1"/>
          <dgm:bulletEnabled val="1"/>
        </dgm:presLayoutVars>
      </dgm:prSet>
      <dgm:spPr/>
    </dgm:pt>
    <dgm:pt modelId="{8D0E9D3A-659D-4A41-B369-961CE6C29D76}" type="pres">
      <dgm:prSet presAssocID="{BECD944C-DFC8-B34A-8907-4319EADF8847}" presName="Accent3" presStyleCnt="0"/>
      <dgm:spPr/>
    </dgm:pt>
    <dgm:pt modelId="{48F33258-5AA4-7041-8CB3-9F0DCB028AA3}" type="pres">
      <dgm:prSet presAssocID="{BECD944C-DFC8-B34A-8907-4319EADF8847}" presName="Accent" presStyleLbl="node1" presStyleIdx="2" presStyleCnt="4"/>
      <dgm:spPr>
        <a:solidFill>
          <a:srgbClr val="E8A087">
            <a:alpha val="50000"/>
          </a:srgbClr>
        </a:solidFill>
      </dgm:spPr>
    </dgm:pt>
    <dgm:pt modelId="{383084B2-EEC4-DC41-8CFA-6E7EEA6A1C17}" type="pres">
      <dgm:prSet presAssocID="{BECD944C-DFC8-B34A-8907-4319EADF8847}" presName="Parent3" presStyleLbl="revTx" presStyleIdx="2" presStyleCnt="4">
        <dgm:presLayoutVars>
          <dgm:chMax val="1"/>
          <dgm:chPref val="1"/>
          <dgm:bulletEnabled val="1"/>
        </dgm:presLayoutVars>
      </dgm:prSet>
      <dgm:spPr/>
    </dgm:pt>
    <dgm:pt modelId="{4EBCDC6C-67E2-0840-B834-C103D4CA490E}" type="pres">
      <dgm:prSet presAssocID="{1424E90B-7304-9749-A756-A7B4D672F320}" presName="Accent4" presStyleCnt="0"/>
      <dgm:spPr/>
    </dgm:pt>
    <dgm:pt modelId="{D95DF094-747E-7345-AFF1-48092E9521EC}" type="pres">
      <dgm:prSet presAssocID="{1424E90B-7304-9749-A756-A7B4D672F320}" presName="Accent" presStyleLbl="node1" presStyleIdx="3" presStyleCnt="4"/>
      <dgm:spPr>
        <a:solidFill>
          <a:srgbClr val="E8A087">
            <a:alpha val="50000"/>
          </a:srgbClr>
        </a:solidFill>
      </dgm:spPr>
    </dgm:pt>
    <dgm:pt modelId="{BE6341F4-27DF-C144-90C6-8C2A08D7774E}" type="pres">
      <dgm:prSet presAssocID="{1424E90B-7304-9749-A756-A7B4D672F320}" presName="Parent4" presStyleLbl="revTx" presStyleIdx="3" presStyleCnt="4">
        <dgm:presLayoutVars>
          <dgm:chMax val="1"/>
          <dgm:chPref val="1"/>
          <dgm:bulletEnabled val="1"/>
        </dgm:presLayoutVars>
      </dgm:prSet>
      <dgm:spPr/>
    </dgm:pt>
  </dgm:ptLst>
  <dgm:cxnLst>
    <dgm:cxn modelId="{A07A0801-3A85-1D4E-9512-51B25019FCD0}" type="presOf" srcId="{3A1AA241-1C29-2E4B-A7A4-F579FCE0458F}" destId="{BC367213-63E1-244A-A212-E82F859D0E84}" srcOrd="0" destOrd="0" presId="urn:microsoft.com/office/officeart/2009/layout/CircleArrowProcess"/>
    <dgm:cxn modelId="{7881B11B-9A75-F74F-AAC9-BF1AE4D2CCAA}" srcId="{3A1AA241-1C29-2E4B-A7A4-F579FCE0458F}" destId="{1424E90B-7304-9749-A756-A7B4D672F320}" srcOrd="3" destOrd="0" parTransId="{8D3CF685-3630-8E4A-8D5A-193728676C30}" sibTransId="{3688B9F0-3A80-7347-A058-7101587BD717}"/>
    <dgm:cxn modelId="{D50F8A63-571C-FF4C-88D4-8A4E8AB679B3}" srcId="{3A1AA241-1C29-2E4B-A7A4-F579FCE0458F}" destId="{47961C3E-C556-CE48-8828-307386ED89B9}" srcOrd="1" destOrd="0" parTransId="{D6079B04-8F2E-084F-9392-130792F9B47E}" sibTransId="{E3DAB81D-46DC-8649-AC2A-5BBF031059F9}"/>
    <dgm:cxn modelId="{5A0D71C7-5D04-A846-80EE-EE5F7476033F}" srcId="{3A1AA241-1C29-2E4B-A7A4-F579FCE0458F}" destId="{910CFED5-8DAE-D34B-B111-C18823308B10}" srcOrd="0" destOrd="0" parTransId="{6B3C4122-4C45-F74E-922A-7E8B1FCCE563}" sibTransId="{D8D51D85-9010-B740-BD6B-32164D66DF48}"/>
    <dgm:cxn modelId="{16B8CED1-62A6-5644-A9DE-AF97051DF820}" type="presOf" srcId="{BECD944C-DFC8-B34A-8907-4319EADF8847}" destId="{383084B2-EEC4-DC41-8CFA-6E7EEA6A1C17}" srcOrd="0" destOrd="0" presId="urn:microsoft.com/office/officeart/2009/layout/CircleArrowProcess"/>
    <dgm:cxn modelId="{3AF3D7D1-D4A6-E446-915D-1546B1A153CE}" type="presOf" srcId="{910CFED5-8DAE-D34B-B111-C18823308B10}" destId="{53BE955E-6B9A-4348-99E3-F82F8F045901}" srcOrd="0" destOrd="0" presId="urn:microsoft.com/office/officeart/2009/layout/CircleArrowProcess"/>
    <dgm:cxn modelId="{6B41BAD6-4E1E-9847-91A3-D8697119F23A}" type="presOf" srcId="{47961C3E-C556-CE48-8828-307386ED89B9}" destId="{C01342F8-7065-6945-B2B4-822D89A02563}" srcOrd="0" destOrd="0" presId="urn:microsoft.com/office/officeart/2009/layout/CircleArrowProcess"/>
    <dgm:cxn modelId="{D01F58E5-AB75-D04E-9064-8A8B2E141311}" srcId="{3A1AA241-1C29-2E4B-A7A4-F579FCE0458F}" destId="{BECD944C-DFC8-B34A-8907-4319EADF8847}" srcOrd="2" destOrd="0" parTransId="{95A7222E-D78A-564D-BD64-15677976A45F}" sibTransId="{F91B829E-4991-1345-A8ED-98845F84BDC9}"/>
    <dgm:cxn modelId="{57AC60FE-BD2F-214D-BEAA-A49FE4363CBD}" type="presOf" srcId="{1424E90B-7304-9749-A756-A7B4D672F320}" destId="{BE6341F4-27DF-C144-90C6-8C2A08D7774E}" srcOrd="0" destOrd="0" presId="urn:microsoft.com/office/officeart/2009/layout/CircleArrowProcess"/>
    <dgm:cxn modelId="{B23A9394-E8DC-264E-AA7B-9DC56A2D319A}" type="presParOf" srcId="{BC367213-63E1-244A-A212-E82F859D0E84}" destId="{41609A28-4ED2-A440-BFB8-7528CA70CDAE}" srcOrd="0" destOrd="0" presId="urn:microsoft.com/office/officeart/2009/layout/CircleArrowProcess"/>
    <dgm:cxn modelId="{EB554D61-8329-414F-9C87-A87EB9F887FA}" type="presParOf" srcId="{41609A28-4ED2-A440-BFB8-7528CA70CDAE}" destId="{629063A0-4BE2-7D41-B9DC-F4BB0812F6ED}" srcOrd="0" destOrd="0" presId="urn:microsoft.com/office/officeart/2009/layout/CircleArrowProcess"/>
    <dgm:cxn modelId="{3BE0307C-18CB-E341-A9B5-D4D0943AA607}" type="presParOf" srcId="{BC367213-63E1-244A-A212-E82F859D0E84}" destId="{53BE955E-6B9A-4348-99E3-F82F8F045901}" srcOrd="1" destOrd="0" presId="urn:microsoft.com/office/officeart/2009/layout/CircleArrowProcess"/>
    <dgm:cxn modelId="{D9BD986D-B0AE-FB44-B091-C9D080165E20}" type="presParOf" srcId="{BC367213-63E1-244A-A212-E82F859D0E84}" destId="{A65141F7-1E3D-D94B-8C99-E9E4B163FB28}" srcOrd="2" destOrd="0" presId="urn:microsoft.com/office/officeart/2009/layout/CircleArrowProcess"/>
    <dgm:cxn modelId="{38015781-6FEE-694F-B05F-CEE3483F480F}" type="presParOf" srcId="{A65141F7-1E3D-D94B-8C99-E9E4B163FB28}" destId="{89E67948-6CE5-9A4D-A466-A01B21311811}" srcOrd="0" destOrd="0" presId="urn:microsoft.com/office/officeart/2009/layout/CircleArrowProcess"/>
    <dgm:cxn modelId="{AD45F8FE-D26A-6149-B6AA-98534F89BCCA}" type="presParOf" srcId="{BC367213-63E1-244A-A212-E82F859D0E84}" destId="{C01342F8-7065-6945-B2B4-822D89A02563}" srcOrd="3" destOrd="0" presId="urn:microsoft.com/office/officeart/2009/layout/CircleArrowProcess"/>
    <dgm:cxn modelId="{E0CC6EDD-B862-6243-9178-798BFCAFB287}" type="presParOf" srcId="{BC367213-63E1-244A-A212-E82F859D0E84}" destId="{8D0E9D3A-659D-4A41-B369-961CE6C29D76}" srcOrd="4" destOrd="0" presId="urn:microsoft.com/office/officeart/2009/layout/CircleArrowProcess"/>
    <dgm:cxn modelId="{268685FD-7C48-CB4D-B3D9-D0E6847D9FA7}" type="presParOf" srcId="{8D0E9D3A-659D-4A41-B369-961CE6C29D76}" destId="{48F33258-5AA4-7041-8CB3-9F0DCB028AA3}" srcOrd="0" destOrd="0" presId="urn:microsoft.com/office/officeart/2009/layout/CircleArrowProcess"/>
    <dgm:cxn modelId="{661E45CF-B574-2B4B-80D4-F1DE6885416D}" type="presParOf" srcId="{BC367213-63E1-244A-A212-E82F859D0E84}" destId="{383084B2-EEC4-DC41-8CFA-6E7EEA6A1C17}" srcOrd="5" destOrd="0" presId="urn:microsoft.com/office/officeart/2009/layout/CircleArrowProcess"/>
    <dgm:cxn modelId="{8E2CCCB9-B52C-0B49-B409-81BD8E1869F1}" type="presParOf" srcId="{BC367213-63E1-244A-A212-E82F859D0E84}" destId="{4EBCDC6C-67E2-0840-B834-C103D4CA490E}" srcOrd="6" destOrd="0" presId="urn:microsoft.com/office/officeart/2009/layout/CircleArrowProcess"/>
    <dgm:cxn modelId="{D127F1BE-ABA8-C441-811F-843ABAB07B9F}" type="presParOf" srcId="{4EBCDC6C-67E2-0840-B834-C103D4CA490E}" destId="{D95DF094-747E-7345-AFF1-48092E9521EC}" srcOrd="0" destOrd="0" presId="urn:microsoft.com/office/officeart/2009/layout/CircleArrowProcess"/>
    <dgm:cxn modelId="{7231D62E-657C-7049-88C0-8B0017CE1B2A}" type="presParOf" srcId="{BC367213-63E1-244A-A212-E82F859D0E84}" destId="{BE6341F4-27DF-C144-90C6-8C2A08D7774E}" srcOrd="7" destOrd="0" presId="urn:microsoft.com/office/officeart/2009/layout/CircleArrowProcess"/>
  </dgm:cxnLst>
  <dgm:bg>
    <a:noFill/>
  </dgm:bg>
  <dgm:whole>
    <a:ln>
      <a:noFill/>
    </a:ln>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29063A0-4BE2-7D41-B9DC-F4BB0812F6ED}">
      <dsp:nvSpPr>
        <dsp:cNvPr id="0" name=""/>
        <dsp:cNvSpPr/>
      </dsp:nvSpPr>
      <dsp:spPr>
        <a:xfrm>
          <a:off x="4400032" y="87377"/>
          <a:ext cx="2260990" cy="2261334"/>
        </a:xfrm>
        <a:prstGeom prst="circularArrow">
          <a:avLst>
            <a:gd name="adj1" fmla="val 10980"/>
            <a:gd name="adj2" fmla="val 1142322"/>
            <a:gd name="adj3" fmla="val 4500000"/>
            <a:gd name="adj4" fmla="val 10800000"/>
            <a:gd name="adj5" fmla="val 12500"/>
          </a:avLst>
        </a:prstGeom>
        <a:solidFill>
          <a:srgbClr val="E8A087">
            <a:alpha val="50000"/>
          </a:srgb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DEBDDE6-3B03-734E-A7DE-049D9A611B67}">
      <dsp:nvSpPr>
        <dsp:cNvPr id="0" name=""/>
        <dsp:cNvSpPr/>
      </dsp:nvSpPr>
      <dsp:spPr>
        <a:xfrm>
          <a:off x="4941049" y="816410"/>
          <a:ext cx="1256388" cy="628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dirty="0">
              <a:solidFill>
                <a:schemeClr val="tx1">
                  <a:hueOff val="0"/>
                  <a:satOff val="0"/>
                  <a:lumOff val="0"/>
                  <a:alpha val="50000"/>
                </a:schemeClr>
              </a:solidFill>
            </a:rPr>
            <a:t>Private Equity Firm</a:t>
          </a:r>
        </a:p>
      </dsp:txBody>
      <dsp:txXfrm>
        <a:off x="4941049" y="816410"/>
        <a:ext cx="1256388" cy="628043"/>
      </dsp:txXfrm>
    </dsp:sp>
    <dsp:sp modelId="{89E67948-6CE5-9A4D-A466-A01B21311811}">
      <dsp:nvSpPr>
        <dsp:cNvPr id="0" name=""/>
        <dsp:cNvSpPr/>
      </dsp:nvSpPr>
      <dsp:spPr>
        <a:xfrm>
          <a:off x="3813313" y="1299304"/>
          <a:ext cx="2260990" cy="2261334"/>
        </a:xfrm>
        <a:prstGeom prst="leftCircularArrow">
          <a:avLst>
            <a:gd name="adj1" fmla="val 10980"/>
            <a:gd name="adj2" fmla="val 1142322"/>
            <a:gd name="adj3" fmla="val 6300000"/>
            <a:gd name="adj4" fmla="val 18900000"/>
            <a:gd name="adj5" fmla="val 12500"/>
          </a:avLst>
        </a:prstGeom>
        <a:solidFill>
          <a:srgbClr val="E8A087">
            <a:alpha val="50000"/>
          </a:srgb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46ED7A8-C7AF-4048-A586-A9DF0DF23D28}">
      <dsp:nvSpPr>
        <dsp:cNvPr id="0" name=""/>
        <dsp:cNvSpPr/>
      </dsp:nvSpPr>
      <dsp:spPr>
        <a:xfrm>
          <a:off x="4315614" y="2123230"/>
          <a:ext cx="1256388" cy="628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dirty="0">
              <a:solidFill>
                <a:schemeClr val="tx1">
                  <a:hueOff val="0"/>
                  <a:satOff val="0"/>
                  <a:lumOff val="0"/>
                  <a:alpha val="50000"/>
                </a:schemeClr>
              </a:solidFill>
            </a:rPr>
            <a:t>Accounting Firm</a:t>
          </a:r>
        </a:p>
      </dsp:txBody>
      <dsp:txXfrm>
        <a:off x="4315614" y="2123230"/>
        <a:ext cx="1256388" cy="628043"/>
      </dsp:txXfrm>
    </dsp:sp>
    <dsp:sp modelId="{48F33258-5AA4-7041-8CB3-9F0DCB028AA3}">
      <dsp:nvSpPr>
        <dsp:cNvPr id="0" name=""/>
        <dsp:cNvSpPr/>
      </dsp:nvSpPr>
      <dsp:spPr>
        <a:xfrm>
          <a:off x="4602219" y="2754092"/>
          <a:ext cx="1942540" cy="1943319"/>
        </a:xfrm>
        <a:prstGeom prst="blockArc">
          <a:avLst>
            <a:gd name="adj1" fmla="val 13500000"/>
            <a:gd name="adj2" fmla="val 10800000"/>
            <a:gd name="adj3" fmla="val 12740"/>
          </a:avLst>
        </a:prstGeom>
        <a:solidFill>
          <a:srgbClr val="E8A087">
            <a:alpha val="50000"/>
          </a:srgb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EE5A16A-A09B-B94F-BB2C-A2F16C4B41DC}">
      <dsp:nvSpPr>
        <dsp:cNvPr id="0" name=""/>
        <dsp:cNvSpPr/>
      </dsp:nvSpPr>
      <dsp:spPr>
        <a:xfrm>
          <a:off x="4944021" y="3431929"/>
          <a:ext cx="1256388" cy="628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dirty="0">
              <a:solidFill>
                <a:schemeClr val="tx1">
                  <a:hueOff val="0"/>
                  <a:satOff val="0"/>
                  <a:lumOff val="0"/>
                  <a:alpha val="50000"/>
                </a:schemeClr>
              </a:solidFill>
            </a:rPr>
            <a:t>Target Firm</a:t>
          </a:r>
        </a:p>
      </dsp:txBody>
      <dsp:txXfrm>
        <a:off x="4944021" y="3431929"/>
        <a:ext cx="1256388" cy="62804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29063A0-4BE2-7D41-B9DC-F4BB0812F6ED}">
      <dsp:nvSpPr>
        <dsp:cNvPr id="0" name=""/>
        <dsp:cNvSpPr/>
      </dsp:nvSpPr>
      <dsp:spPr>
        <a:xfrm>
          <a:off x="4585898" y="68446"/>
          <a:ext cx="1771213" cy="1771394"/>
        </a:xfrm>
        <a:prstGeom prst="circularArrow">
          <a:avLst>
            <a:gd name="adj1" fmla="val 10980"/>
            <a:gd name="adj2" fmla="val 1142322"/>
            <a:gd name="adj3" fmla="val 4500000"/>
            <a:gd name="adj4" fmla="val 10800000"/>
            <a:gd name="adj5" fmla="val 12500"/>
          </a:avLst>
        </a:prstGeom>
        <a:solidFill>
          <a:srgbClr val="E8A087">
            <a:alpha val="50000"/>
          </a:srgb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3BE955E-6B9A-4348-99E3-F82F8F045901}">
      <dsp:nvSpPr>
        <dsp:cNvPr id="0" name=""/>
        <dsp:cNvSpPr/>
      </dsp:nvSpPr>
      <dsp:spPr>
        <a:xfrm>
          <a:off x="5009278" y="641196"/>
          <a:ext cx="988437" cy="4941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solidFill>
                <a:schemeClr val="tx1">
                  <a:hueOff val="0"/>
                  <a:satOff val="0"/>
                  <a:lumOff val="0"/>
                  <a:alpha val="50000"/>
                </a:schemeClr>
              </a:solidFill>
            </a:rPr>
            <a:t>Testing</a:t>
          </a:r>
        </a:p>
      </dsp:txBody>
      <dsp:txXfrm>
        <a:off x="5009278" y="641196"/>
        <a:ext cx="988437" cy="494167"/>
      </dsp:txXfrm>
    </dsp:sp>
    <dsp:sp modelId="{89E67948-6CE5-9A4D-A466-A01B21311811}">
      <dsp:nvSpPr>
        <dsp:cNvPr id="0" name=""/>
        <dsp:cNvSpPr/>
      </dsp:nvSpPr>
      <dsp:spPr>
        <a:xfrm>
          <a:off x="4126163" y="1017929"/>
          <a:ext cx="1771213" cy="1771394"/>
        </a:xfrm>
        <a:prstGeom prst="leftCircularArrow">
          <a:avLst>
            <a:gd name="adj1" fmla="val 10980"/>
            <a:gd name="adj2" fmla="val 1142322"/>
            <a:gd name="adj3" fmla="val 6300000"/>
            <a:gd name="adj4" fmla="val 18900000"/>
            <a:gd name="adj5" fmla="val 12500"/>
          </a:avLst>
        </a:prstGeom>
        <a:solidFill>
          <a:srgbClr val="E8A087">
            <a:alpha val="50000"/>
          </a:srgb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01342F8-7065-6945-B2B4-822D89A02563}">
      <dsp:nvSpPr>
        <dsp:cNvPr id="0" name=""/>
        <dsp:cNvSpPr/>
      </dsp:nvSpPr>
      <dsp:spPr>
        <a:xfrm>
          <a:off x="4515225" y="1661004"/>
          <a:ext cx="988437" cy="4941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solidFill>
                <a:schemeClr val="tx1">
                  <a:hueOff val="0"/>
                  <a:satOff val="0"/>
                  <a:lumOff val="0"/>
                  <a:alpha val="50000"/>
                </a:schemeClr>
              </a:solidFill>
            </a:rPr>
            <a:t>Clustering</a:t>
          </a:r>
        </a:p>
      </dsp:txBody>
      <dsp:txXfrm>
        <a:off x="4515225" y="1661004"/>
        <a:ext cx="988437" cy="494167"/>
      </dsp:txXfrm>
    </dsp:sp>
    <dsp:sp modelId="{48F33258-5AA4-7041-8CB3-9F0DCB028AA3}">
      <dsp:nvSpPr>
        <dsp:cNvPr id="0" name=""/>
        <dsp:cNvSpPr/>
      </dsp:nvSpPr>
      <dsp:spPr>
        <a:xfrm>
          <a:off x="4618222" y="2039616"/>
          <a:ext cx="1771213" cy="1771394"/>
        </a:xfrm>
        <a:prstGeom prst="circularArrow">
          <a:avLst>
            <a:gd name="adj1" fmla="val 10980"/>
            <a:gd name="adj2" fmla="val 1142322"/>
            <a:gd name="adj3" fmla="val 4500000"/>
            <a:gd name="adj4" fmla="val 13500000"/>
            <a:gd name="adj5" fmla="val 12500"/>
          </a:avLst>
        </a:prstGeom>
        <a:solidFill>
          <a:srgbClr val="E8A087">
            <a:alpha val="50000"/>
          </a:srgb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83084B2-EEC4-DC41-8CFA-6E7EEA6A1C17}">
      <dsp:nvSpPr>
        <dsp:cNvPr id="0" name=""/>
        <dsp:cNvSpPr/>
      </dsp:nvSpPr>
      <dsp:spPr>
        <a:xfrm>
          <a:off x="5009278" y="2680813"/>
          <a:ext cx="988437" cy="4941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solidFill>
                <a:schemeClr val="tx1">
                  <a:hueOff val="0"/>
                  <a:satOff val="0"/>
                  <a:lumOff val="0"/>
                  <a:alpha val="49617"/>
                </a:schemeClr>
              </a:solidFill>
            </a:rPr>
            <a:t>Decomposition</a:t>
          </a:r>
          <a:endParaRPr lang="en-US" sz="1200" kern="1200" dirty="0">
            <a:solidFill>
              <a:schemeClr val="tx1">
                <a:hueOff val="0"/>
                <a:satOff val="0"/>
                <a:lumOff val="0"/>
                <a:alpha val="50000"/>
              </a:schemeClr>
            </a:solidFill>
          </a:endParaRPr>
        </a:p>
      </dsp:txBody>
      <dsp:txXfrm>
        <a:off x="5009278" y="2680813"/>
        <a:ext cx="988437" cy="494167"/>
      </dsp:txXfrm>
    </dsp:sp>
    <dsp:sp modelId="{D95DF094-747E-7345-AFF1-48092E9521EC}">
      <dsp:nvSpPr>
        <dsp:cNvPr id="0" name=""/>
        <dsp:cNvSpPr/>
      </dsp:nvSpPr>
      <dsp:spPr>
        <a:xfrm>
          <a:off x="4252417" y="3174980"/>
          <a:ext cx="1521695" cy="1522431"/>
        </a:xfrm>
        <a:prstGeom prst="blockArc">
          <a:avLst>
            <a:gd name="adj1" fmla="val 0"/>
            <a:gd name="adj2" fmla="val 18900000"/>
            <a:gd name="adj3" fmla="val 12740"/>
          </a:avLst>
        </a:prstGeom>
        <a:solidFill>
          <a:srgbClr val="E8A087">
            <a:alpha val="50000"/>
          </a:srgb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E6341F4-27DF-C144-90C6-8C2A08D7774E}">
      <dsp:nvSpPr>
        <dsp:cNvPr id="0" name=""/>
        <dsp:cNvSpPr/>
      </dsp:nvSpPr>
      <dsp:spPr>
        <a:xfrm>
          <a:off x="4515225" y="3700621"/>
          <a:ext cx="988437" cy="4941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solidFill>
                <a:schemeClr val="tx1">
                  <a:hueOff val="0"/>
                  <a:satOff val="0"/>
                  <a:lumOff val="0"/>
                  <a:alpha val="49617"/>
                </a:schemeClr>
              </a:solidFill>
            </a:rPr>
            <a:t>Modelling</a:t>
          </a:r>
        </a:p>
      </dsp:txBody>
      <dsp:txXfrm>
        <a:off x="4515225" y="3700621"/>
        <a:ext cx="988437" cy="49416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29063A0-4BE2-7D41-B9DC-F4BB0812F6ED}">
      <dsp:nvSpPr>
        <dsp:cNvPr id="0" name=""/>
        <dsp:cNvSpPr/>
      </dsp:nvSpPr>
      <dsp:spPr>
        <a:xfrm>
          <a:off x="4585898" y="68446"/>
          <a:ext cx="1771213" cy="1771394"/>
        </a:xfrm>
        <a:prstGeom prst="circularArrow">
          <a:avLst>
            <a:gd name="adj1" fmla="val 10980"/>
            <a:gd name="adj2" fmla="val 1142322"/>
            <a:gd name="adj3" fmla="val 4500000"/>
            <a:gd name="adj4" fmla="val 10800000"/>
            <a:gd name="adj5" fmla="val 12500"/>
          </a:avLst>
        </a:prstGeom>
        <a:solidFill>
          <a:srgbClr val="E8A087">
            <a:alpha val="50000"/>
          </a:srgb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3BE955E-6B9A-4348-99E3-F82F8F045901}">
      <dsp:nvSpPr>
        <dsp:cNvPr id="0" name=""/>
        <dsp:cNvSpPr/>
      </dsp:nvSpPr>
      <dsp:spPr>
        <a:xfrm>
          <a:off x="5009278" y="641196"/>
          <a:ext cx="988437" cy="4941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solidFill>
                <a:schemeClr val="tx1">
                  <a:hueOff val="0"/>
                  <a:satOff val="0"/>
                  <a:lumOff val="0"/>
                  <a:alpha val="50000"/>
                </a:schemeClr>
              </a:solidFill>
            </a:rPr>
            <a:t>Testing</a:t>
          </a:r>
        </a:p>
      </dsp:txBody>
      <dsp:txXfrm>
        <a:off x="5009278" y="641196"/>
        <a:ext cx="988437" cy="494167"/>
      </dsp:txXfrm>
    </dsp:sp>
    <dsp:sp modelId="{89E67948-6CE5-9A4D-A466-A01B21311811}">
      <dsp:nvSpPr>
        <dsp:cNvPr id="0" name=""/>
        <dsp:cNvSpPr/>
      </dsp:nvSpPr>
      <dsp:spPr>
        <a:xfrm>
          <a:off x="4126163" y="1017929"/>
          <a:ext cx="1771213" cy="1771394"/>
        </a:xfrm>
        <a:prstGeom prst="leftCircularArrow">
          <a:avLst>
            <a:gd name="adj1" fmla="val 10980"/>
            <a:gd name="adj2" fmla="val 1142322"/>
            <a:gd name="adj3" fmla="val 6300000"/>
            <a:gd name="adj4" fmla="val 18900000"/>
            <a:gd name="adj5" fmla="val 12500"/>
          </a:avLst>
        </a:prstGeom>
        <a:solidFill>
          <a:srgbClr val="E8A087">
            <a:alpha val="50000"/>
          </a:srgb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01342F8-7065-6945-B2B4-822D89A02563}">
      <dsp:nvSpPr>
        <dsp:cNvPr id="0" name=""/>
        <dsp:cNvSpPr/>
      </dsp:nvSpPr>
      <dsp:spPr>
        <a:xfrm>
          <a:off x="4515225" y="1661004"/>
          <a:ext cx="988437" cy="4941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solidFill>
                <a:schemeClr val="tx1">
                  <a:hueOff val="0"/>
                  <a:satOff val="0"/>
                  <a:lumOff val="0"/>
                  <a:alpha val="50000"/>
                </a:schemeClr>
              </a:solidFill>
            </a:rPr>
            <a:t>Clustering</a:t>
          </a:r>
        </a:p>
      </dsp:txBody>
      <dsp:txXfrm>
        <a:off x="4515225" y="1661004"/>
        <a:ext cx="988437" cy="494167"/>
      </dsp:txXfrm>
    </dsp:sp>
    <dsp:sp modelId="{48F33258-5AA4-7041-8CB3-9F0DCB028AA3}">
      <dsp:nvSpPr>
        <dsp:cNvPr id="0" name=""/>
        <dsp:cNvSpPr/>
      </dsp:nvSpPr>
      <dsp:spPr>
        <a:xfrm>
          <a:off x="4618222" y="2039616"/>
          <a:ext cx="1771213" cy="1771394"/>
        </a:xfrm>
        <a:prstGeom prst="circularArrow">
          <a:avLst>
            <a:gd name="adj1" fmla="val 10980"/>
            <a:gd name="adj2" fmla="val 1142322"/>
            <a:gd name="adj3" fmla="val 4500000"/>
            <a:gd name="adj4" fmla="val 13500000"/>
            <a:gd name="adj5" fmla="val 12500"/>
          </a:avLst>
        </a:prstGeom>
        <a:solidFill>
          <a:srgbClr val="E8A087">
            <a:alpha val="50000"/>
          </a:srgb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83084B2-EEC4-DC41-8CFA-6E7EEA6A1C17}">
      <dsp:nvSpPr>
        <dsp:cNvPr id="0" name=""/>
        <dsp:cNvSpPr/>
      </dsp:nvSpPr>
      <dsp:spPr>
        <a:xfrm>
          <a:off x="5009278" y="2680813"/>
          <a:ext cx="988437" cy="4941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solidFill>
                <a:schemeClr val="tx1">
                  <a:hueOff val="0"/>
                  <a:satOff val="0"/>
                  <a:lumOff val="0"/>
                  <a:alpha val="49617"/>
                </a:schemeClr>
              </a:solidFill>
            </a:rPr>
            <a:t>Decomposition</a:t>
          </a:r>
          <a:endParaRPr lang="en-US" sz="1200" kern="1200" dirty="0">
            <a:solidFill>
              <a:schemeClr val="tx1">
                <a:hueOff val="0"/>
                <a:satOff val="0"/>
                <a:lumOff val="0"/>
                <a:alpha val="50000"/>
              </a:schemeClr>
            </a:solidFill>
          </a:endParaRPr>
        </a:p>
      </dsp:txBody>
      <dsp:txXfrm>
        <a:off x="5009278" y="2680813"/>
        <a:ext cx="988437" cy="494167"/>
      </dsp:txXfrm>
    </dsp:sp>
    <dsp:sp modelId="{D95DF094-747E-7345-AFF1-48092E9521EC}">
      <dsp:nvSpPr>
        <dsp:cNvPr id="0" name=""/>
        <dsp:cNvSpPr/>
      </dsp:nvSpPr>
      <dsp:spPr>
        <a:xfrm>
          <a:off x="4252417" y="3174980"/>
          <a:ext cx="1521695" cy="1522431"/>
        </a:xfrm>
        <a:prstGeom prst="blockArc">
          <a:avLst>
            <a:gd name="adj1" fmla="val 0"/>
            <a:gd name="adj2" fmla="val 18900000"/>
            <a:gd name="adj3" fmla="val 12740"/>
          </a:avLst>
        </a:prstGeom>
        <a:solidFill>
          <a:srgbClr val="E8A087">
            <a:alpha val="50000"/>
          </a:srgb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E6341F4-27DF-C144-90C6-8C2A08D7774E}">
      <dsp:nvSpPr>
        <dsp:cNvPr id="0" name=""/>
        <dsp:cNvSpPr/>
      </dsp:nvSpPr>
      <dsp:spPr>
        <a:xfrm>
          <a:off x="4515225" y="3700621"/>
          <a:ext cx="988437" cy="4941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solidFill>
                <a:schemeClr val="tx1">
                  <a:hueOff val="0"/>
                  <a:satOff val="0"/>
                  <a:lumOff val="0"/>
                  <a:alpha val="49617"/>
                </a:schemeClr>
              </a:solidFill>
            </a:rPr>
            <a:t>Modelling</a:t>
          </a:r>
        </a:p>
      </dsp:txBody>
      <dsp:txXfrm>
        <a:off x="4515225" y="3700621"/>
        <a:ext cx="988437" cy="494167"/>
      </dsp:txXfrm>
    </dsp:sp>
  </dsp:spTree>
</dsp:drawing>
</file>

<file path=ppt/diagrams/layout1.xml><?xml version="1.0" encoding="utf-8"?>
<dgm:layoutDef xmlns:dgm="http://schemas.openxmlformats.org/drawingml/2006/diagram" xmlns:a="http://schemas.openxmlformats.org/drawingml/2006/main" uniqueId="urn:microsoft.com/office/officeart/2009/layout/CircleArrowProcess">
  <dgm:title val=""/>
  <dgm:desc val=""/>
  <dgm:catLst>
    <dgm:cat type="process" pri="16500"/>
    <dgm:cat type="cycle" pri="16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7"/>
      <dgm:chPref val="7"/>
      <dgm:dir/>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5"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1144"/>
              <dgm:constr type="t" for="ch" forName="Accent1" refType="h" fact="0"/>
              <dgm:constr type="w" for="ch" forName="Accent1" refType="w" fact="0.5542"/>
              <dgm:constr type="h" for="ch" forName="Accent1" refType="h" fact="0.6665"/>
              <dgm:constr type="l" for="ch" forName="Parent1" refType="w" fact="0.2368"/>
              <dgm:constr type="t" for="ch" forName="Parent1" refType="h" fact="0.2413"/>
              <dgm:constr type="w" for="ch" forName="Parent1" refType="w" fact="0.3092"/>
              <dgm:constr type="h" for="ch" forName="Parent1" refType="h" fact="0.1859"/>
              <dgm:constr type="l" for="ch" forName="Parent2" refType="w" fact="0.0822"/>
              <dgm:constr type="t" for="ch" forName="Parent2" refType="h" fact="0.625"/>
              <dgm:constr type="w" for="ch" forName="Parent2" refType="w" fact="0.3092"/>
              <dgm:constr type="h" for="ch" forName="Parent2" refType="h" fact="0.1859"/>
              <dgm:constr type="l" for="ch" forName="Child1" refType="w" fact="0.6678"/>
              <dgm:constr type="t" for="ch" forName="Child1" refType="h" fact="0.1978"/>
              <dgm:constr type="w" for="ch" forName="Child1" refType="w" fact="0.3322"/>
              <dgm:constr type="h" for="ch" forName="Child1" refType="h" fact="0.265"/>
              <dgm:constr type="l" for="ch" forName="Child2" refType="w" fact="0.5164"/>
              <dgm:constr type="t" for="ch" forName="Child2" refType="h" fact="0.5855"/>
              <dgm:constr type="w" for="ch" forName="Child2" refType="w" fact="0.3322"/>
              <dgm:constr type="h" for="ch" forName="Child2" refType="h" fact="0.265"/>
              <dgm:constr type="l" for="ch" forName="Accent2" refType="w" fact="0"/>
              <dgm:constr type="t" for="ch" forName="Accent2" refType="h" fact="0.4272"/>
              <dgm:constr type="w" for="ch" forName="Accent2" refType="w" fact="0.4761"/>
              <dgm:constr type="h" for="ch" forName="Accent2" refType="h" fact="0.5728"/>
            </dgm:constrLst>
          </dgm:if>
          <dgm:if name="Name6"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1479"/>
              <dgm:constr type="t" for="ch" forName="Accent1" refType="h" fact="0"/>
              <dgm:constr type="w" for="ch" forName="Accent1" refType="w" fact="0.5325"/>
              <dgm:constr type="h" for="ch" forName="Accent1" refType="h" fact="0.4814"/>
              <dgm:constr type="l" for="ch" forName="Accent2" refType="w" fact="0"/>
              <dgm:constr type="t" for="ch" forName="Accent2" refType="h" fact="0.2766"/>
              <dgm:constr type="w" for="ch" forName="Accent2" refType="w" fact="0.5325"/>
              <dgm:constr type="h" for="ch" forName="Accent2" refType="h" fact="0.4814"/>
              <dgm:constr type="l" for="ch" forName="Parent1" refType="w" fact="0.2656"/>
              <dgm:constr type="t" for="ch" forName="Parent1" refType="h" fact="0.1738"/>
              <dgm:constr type="w" for="ch" forName="Parent1" refType="w" fact="0.2959"/>
              <dgm:constr type="h" for="ch" forName="Parent1" refType="h" fact="0.1337"/>
              <dgm:constr type="l" for="ch" forName="Accent3" refType="w" fact="0.1858"/>
              <dgm:constr type="t" for="ch" forName="Accent3" refType="h" fact="0.5863"/>
              <dgm:constr type="w" for="ch" forName="Accent3" refType="w" fact="0.4575"/>
              <dgm:constr type="h" for="ch" forName="Accent3" refType="h" fact="0.4137"/>
              <dgm:constr type="l" for="ch" forName="Parent2" refType="w" fact="0.1183"/>
              <dgm:constr type="t" for="ch" forName="Parent2" refType="h" fact="0.452"/>
              <dgm:constr type="w" for="ch" forName="Parent2" refType="w" fact="0.2959"/>
              <dgm:constr type="h" for="ch" forName="Parent2" refType="h" fact="0.1337"/>
              <dgm:constr type="l" for="ch" forName="Parent3" refType="w" fact="0.2663"/>
              <dgm:constr type="t" for="ch" forName="Parent3" refType="h" fact="0.7306"/>
              <dgm:constr type="w" for="ch" forName="Parent3" refType="w" fact="0.2959"/>
              <dgm:constr type="h" for="ch" forName="Parent3" refType="h" fact="0.1337"/>
              <dgm:constr type="l" for="ch" forName="Child2" refType="w" fact="0.5325"/>
              <dgm:constr type="t" for="ch" forName="Child2" refType="h" fact="0.4217"/>
              <dgm:constr type="w" for="ch" forName="Child2" refType="w" fact="0.3195"/>
              <dgm:constr type="h" for="ch" forName="Child2" refType="h" fact="0.1926"/>
              <dgm:constr type="l" for="ch" forName="Child1" refType="w" fact="0.6805"/>
              <dgm:constr type="t" for="ch" forName="Child1" refType="h" fact="0.1435"/>
              <dgm:constr type="w" for="ch" forName="Child1" refType="w" fact="0.3195"/>
              <dgm:constr type="h" for="ch" forName="Child1" refType="h" fact="0.1926"/>
              <dgm:constr type="l" for="ch" forName="Child3" refType="w" fact="0.6805"/>
              <dgm:constr type="t" for="ch" forName="Child3" refType="h" fact="0.6998"/>
              <dgm:constr type="w" for="ch" forName="Child3" refType="w" fact="0.3195"/>
              <dgm:constr type="h" for="ch" forName="Child3" refType="h" fact="0.1926"/>
            </dgm:constrLst>
          </dgm:if>
          <dgm:if name="Name7"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1481"/>
              <dgm:constr type="t" for="ch" forName="Accent1" refType="h" fact="0"/>
              <dgm:constr type="w" for="ch" forName="Accent1" refType="w" fact="0.5331"/>
              <dgm:constr type="h" for="ch" forName="Accent1" refType="h" fact="0.3771"/>
              <dgm:constr type="l" for="ch" forName="Accent2" refType="w" fact="0"/>
              <dgm:constr type="t" for="ch" forName="Accent2" refType="h" fact="0.2167"/>
              <dgm:constr type="w" for="ch" forName="Accent2" refType="w" fact="0.5331"/>
              <dgm:constr type="h" for="ch" forName="Accent2" refType="h" fact="0.3771"/>
              <dgm:constr type="l" for="ch" forName="Accent3" refType="w" fact="0.1481"/>
              <dgm:constr type="t" for="ch" forName="Accent3" refType="h" fact="0.4342"/>
              <dgm:constr type="w" for="ch" forName="Accent3" refType="w" fact="0.5331"/>
              <dgm:constr type="h" for="ch" forName="Accent3" refType="h" fact="0.3771"/>
              <dgm:constr type="l" for="ch" forName="Parent1" refType="w" fact="0.2658"/>
              <dgm:constr type="t" for="ch" forName="Parent1" refType="h" fact="0.1365"/>
              <dgm:constr type="w" for="ch" forName="Parent1" refType="w" fact="0.2975"/>
              <dgm:constr type="h" for="ch" forName="Parent1" refType="h" fact="0.1052"/>
              <dgm:constr type="l" for="ch" forName="Parent2" refType="w" fact="0.1171"/>
              <dgm:constr type="t" for="ch" forName="Parent2" refType="h" fact="0.3536"/>
              <dgm:constr type="w" for="ch" forName="Parent2" refType="w" fact="0.2975"/>
              <dgm:constr type="h" for="ch" forName="Parent2" refType="h" fact="0.1052"/>
              <dgm:constr type="l" for="ch" forName="Parent3" refType="w" fact="0.2658"/>
              <dgm:constr type="t" for="ch" forName="Parent3" refType="h" fact="0.5707"/>
              <dgm:constr type="w" for="ch" forName="Parent3" refType="w" fact="0.2975"/>
              <dgm:constr type="h" for="ch" forName="Parent3" refType="h" fact="0.1052"/>
              <dgm:constr type="l" for="ch" forName="Parent4" refType="w" fact="0.1171"/>
              <dgm:constr type="t" for="ch" forName="Parent4" refType="h" fact="0.7878"/>
              <dgm:constr type="w" for="ch" forName="Parent4" refType="w" fact="0.2975"/>
              <dgm:constr type="h" for="ch" forName="Parent4" refType="h" fact="0.1052"/>
              <dgm:constr type="l" for="ch" forName="Child1" refType="w" fact="0.6804"/>
              <dgm:constr type="t" for="ch" forName="Child1" refType="h" fact="0.1119"/>
              <dgm:constr type="w" for="ch" forName="Child1" refType="w" fact="0.3196"/>
              <dgm:constr type="h" for="ch" forName="Child1" refType="h" fact="0.15"/>
              <dgm:constr type="l" for="ch" forName="Child2" refType="w" fact="0.5348"/>
              <dgm:constr type="t" for="ch" forName="Child2" refType="h" fact="0.3312"/>
              <dgm:constr type="w" for="ch" forName="Child2" refType="w" fact="0.3196"/>
              <dgm:constr type="h" for="ch" forName="Child2" refType="h" fact="0.15"/>
              <dgm:constr type="l" for="ch" forName="Child3" refType="w" fact="0.6804"/>
              <dgm:constr type="t" for="ch" forName="Child3" refType="h" fact="0.5461"/>
              <dgm:constr type="w" for="ch" forName="Child3" refType="w" fact="0.3196"/>
              <dgm:constr type="h" for="ch" forName="Child3" refType="h" fact="0.15"/>
              <dgm:constr type="l" for="ch" forName="Child4" refType="w" fact="0.5348"/>
              <dgm:constr type="t" for="ch" forName="Child4" refType="h" fact="0.7632"/>
              <dgm:constr type="w" for="ch" forName="Child4" refType="w" fact="0.3196"/>
              <dgm:constr type="h" for="ch" forName="Child4" refType="h" fact="0.15"/>
              <dgm:constr type="l" for="ch" forName="Accent4" refType="w" fact="0.038"/>
              <dgm:constr type="t" for="ch" forName="Accent4" refType="h" fact="0.6759"/>
              <dgm:constr type="w" for="ch" forName="Accent4" refType="w" fact="0.458"/>
              <dgm:constr type="h" for="ch" forName="Accent4" refType="h" fact="0.3241"/>
            </dgm:constrLst>
          </dgm:if>
          <dgm:if name="Name8"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1481"/>
              <dgm:constr type="t" for="ch" forName="Accent1" refType="h" fact="0"/>
              <dgm:constr type="w" for="ch" forName="Accent1" refType="w" fact="0.5331"/>
              <dgm:constr type="h" for="ch" forName="Accent1" refType="h" fact="0.3098"/>
              <dgm:constr type="l" for="ch" forName="Accent2" refType="w" fact="0"/>
              <dgm:constr type="t" for="ch" forName="Accent2" refType="h" fact="0.178"/>
              <dgm:constr type="w" for="ch" forName="Accent2" refType="w" fact="0.5331"/>
              <dgm:constr type="h" for="ch" forName="Accent2" refType="h" fact="0.3098"/>
              <dgm:constr type="l" for="ch" forName="Accent3" refType="w" fact="0.1481"/>
              <dgm:constr type="t" for="ch" forName="Accent3" refType="h" fact="0.3568"/>
              <dgm:constr type="w" for="ch" forName="Accent3" refType="w" fact="0.5331"/>
              <dgm:constr type="h" for="ch" forName="Accent3" refType="h" fact="0.3098"/>
              <dgm:constr type="l" for="ch" forName="Accent4" refType="w" fact="0"/>
              <dgm:constr type="t" for="ch" forName="Accent4" refType="h" fact="0.5351"/>
              <dgm:constr type="w" for="ch" forName="Accent4" refType="w" fact="0.5331"/>
              <dgm:constr type="h" for="ch" forName="Accent4" refType="h" fact="0.3098"/>
              <dgm:constr type="l" for="ch" forName="Accent5" refType="w" fact="0.186"/>
              <dgm:constr type="t" for="ch" forName="Accent5" refType="h" fact="0.7337"/>
              <dgm:constr type="w" for="ch" forName="Accent5" refType="w" fact="0.458"/>
              <dgm:constr type="h" for="ch" forName="Accent5" refType="h" fact="0.2663"/>
              <dgm:constr type="l" for="ch" forName="Parent1" refType="w" fact="0.2658"/>
              <dgm:constr type="t" for="ch" forName="Parent1" refType="h" fact="0.1122"/>
              <dgm:constr type="w" for="ch" forName="Parent1" refType="w" fact="0.2975"/>
              <dgm:constr type="h" for="ch" forName="Parent1" refType="h" fact="0.0864"/>
              <dgm:constr type="l" for="ch" forName="Parent2" refType="w" fact="0.1171"/>
              <dgm:constr type="t" for="ch" forName="Parent2" refType="h" fact="0.2906"/>
              <dgm:constr type="w" for="ch" forName="Parent2" refType="w" fact="0.2975"/>
              <dgm:constr type="h" for="ch" forName="Parent2" refType="h" fact="0.0864"/>
              <dgm:constr type="l" for="ch" forName="Parent3" refType="w" fact="0.2658"/>
              <dgm:constr type="t" for="ch" forName="Parent3" refType="h" fact="0.4689"/>
              <dgm:constr type="w" for="ch" forName="Parent3" refType="w" fact="0.2975"/>
              <dgm:constr type="h" for="ch" forName="Parent3" refType="h" fact="0.0864"/>
              <dgm:constr type="l" for="ch" forName="Parent4" refType="w" fact="0.1171"/>
              <dgm:constr type="t" for="ch" forName="Parent4" refType="h" fact="0.6473"/>
              <dgm:constr type="w" for="ch" forName="Parent4" refType="w" fact="0.2975"/>
              <dgm:constr type="h" for="ch" forName="Parent4" refType="h" fact="0.0864"/>
              <dgm:constr type="l" for="ch" forName="Parent5" refType="w" fact="0.2658"/>
              <dgm:constr type="t" for="ch" forName="Parent5" refType="h" fact="0.8257"/>
              <dgm:constr type="w" for="ch" forName="Parent5" refType="w" fact="0.2975"/>
              <dgm:constr type="h" for="ch" forName="Parent5" refType="h" fact="0.0864"/>
              <dgm:constr type="l" for="ch" forName="Child1" refType="w" fact="0.6804"/>
              <dgm:constr type="t" for="ch" forName="Child1" refType="h" fact="0.0919"/>
              <dgm:constr type="w" for="ch" forName="Child1" refType="w" fact="0.3196"/>
              <dgm:constr type="h" for="ch" forName="Child1" refType="h" fact="0.1232"/>
              <dgm:constr type="l" for="ch" forName="Child2" refType="w" fact="0.5348"/>
              <dgm:constr type="t" for="ch" forName="Child2" refType="h" fact="0.2722"/>
              <dgm:constr type="w" for="ch" forName="Child2" refType="w" fact="0.3196"/>
              <dgm:constr type="h" for="ch" forName="Child2" refType="h" fact="0.1232"/>
              <dgm:constr type="l" for="ch" forName="Child3" refType="w" fact="0.6804"/>
              <dgm:constr type="t" for="ch" forName="Child3" refType="h" fact="0.4487"/>
              <dgm:constr type="w" for="ch" forName="Child3" refType="w" fact="0.3196"/>
              <dgm:constr type="h" for="ch" forName="Child3" refType="h" fact="0.1232"/>
              <dgm:constr type="l" for="ch" forName="Child4" refType="w" fact="0.5348"/>
              <dgm:constr type="t" for="ch" forName="Child4" refType="h" fact="0.6271"/>
              <dgm:constr type="w" for="ch" forName="Child4" refType="w" fact="0.3196"/>
              <dgm:constr type="h" for="ch" forName="Child4" refType="h" fact="0.1232"/>
              <dgm:constr type="l" for="ch" forName="Child5" refType="w" fact="0.6804"/>
              <dgm:constr type="t" for="ch" forName="Child5" refType="h" fact="0.8073"/>
              <dgm:constr type="w" for="ch" forName="Child5" refType="w" fact="0.3196"/>
              <dgm:constr type="h" for="ch" forName="Child5" refType="h" fact="0.1232"/>
            </dgm:constrLst>
          </dgm:if>
          <dgm:if name="Name9"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1481"/>
              <dgm:constr type="t" for="ch" forName="Accent1" refType="h" fact="0"/>
              <dgm:constr type="w" for="ch" forName="Accent1" refType="w" fact="0.5331"/>
              <dgm:constr type="h" for="ch" forName="Accent1" refType="h" fact="0.2629"/>
              <dgm:constr type="l" for="ch" forName="Accent2" refType="w" fact="0"/>
              <dgm:constr type="t" for="ch" forName="Accent2" refType="h" fact="0.1511"/>
              <dgm:constr type="w" for="ch" forName="Accent2" refType="w" fact="0.5331"/>
              <dgm:constr type="h" for="ch" forName="Accent2" refType="h" fact="0.2629"/>
              <dgm:constr type="l" for="ch" forName="Accent3" refType="w" fact="0.1481"/>
              <dgm:constr type="t" for="ch" forName="Accent3" refType="h" fact="0.3027"/>
              <dgm:constr type="w" for="ch" forName="Accent3" refType="w" fact="0.5331"/>
              <dgm:constr type="h" for="ch" forName="Accent3" refType="h" fact="0.2629"/>
              <dgm:constr type="l" for="ch" forName="Accent4" refType="w" fact="0"/>
              <dgm:constr type="t" for="ch" forName="Accent4" refType="h" fact="0.4541"/>
              <dgm:constr type="w" for="ch" forName="Accent4" refType="w" fact="0.5331"/>
              <dgm:constr type="h" for="ch" forName="Accent4" refType="h" fact="0.2629"/>
              <dgm:constr type="l" for="ch" forName="Parent1" refType="w" fact="0.2658"/>
              <dgm:constr type="t" for="ch" forName="Parent1" refType="h" fact="0.0952"/>
              <dgm:constr type="w" for="ch" forName="Parent1" refType="w" fact="0.2975"/>
              <dgm:constr type="h" for="ch" forName="Parent1" refType="h" fact="0.0733"/>
              <dgm:constr type="l" for="ch" forName="Parent2" refType="w" fact="0.1171"/>
              <dgm:constr type="t" for="ch" forName="Parent2" refType="h" fact="0.2466"/>
              <dgm:constr type="w" for="ch" forName="Parent2" refType="w" fact="0.2975"/>
              <dgm:constr type="h" for="ch" forName="Parent2" refType="h" fact="0.0733"/>
              <dgm:constr type="l" for="ch" forName="Parent3" refType="w" fact="0.2658"/>
              <dgm:constr type="t" for="ch" forName="Parent3" refType="h" fact="0.3979"/>
              <dgm:constr type="w" for="ch" forName="Parent3" refType="w" fact="0.2975"/>
              <dgm:constr type="h" for="ch" forName="Parent3" refType="h" fact="0.0733"/>
              <dgm:constr type="l" for="ch" forName="Parent4" refType="w" fact="0.1171"/>
              <dgm:constr type="t" for="ch" forName="Parent4" refType="h" fact="0.5493"/>
              <dgm:constr type="w" for="ch" forName="Parent4" refType="w" fact="0.2975"/>
              <dgm:constr type="h" for="ch" forName="Parent4" refType="h" fact="0.0733"/>
              <dgm:constr type="l" for="ch" forName="Child1" refType="w" fact="0.6804"/>
              <dgm:constr type="t" for="ch" forName="Child1" refType="h" fact="0.078"/>
              <dgm:constr type="w" for="ch" forName="Child1" refType="w" fact="0.3196"/>
              <dgm:constr type="h" for="ch" forName="Child1" refType="h" fact="0.1046"/>
              <dgm:constr type="l" for="ch" forName="Child2" refType="w" fact="0.5348"/>
              <dgm:constr type="t" for="ch" forName="Child2" refType="h" fact="0.231"/>
              <dgm:constr type="w" for="ch" forName="Child2" refType="w" fact="0.3196"/>
              <dgm:constr type="h" for="ch" forName="Child2" refType="h" fact="0.1046"/>
              <dgm:constr type="l" for="ch" forName="Child3" refType="w" fact="0.6804"/>
              <dgm:constr type="t" for="ch" forName="Child3" refType="h" fact="0.3808"/>
              <dgm:constr type="w" for="ch" forName="Child3" refType="w" fact="0.3196"/>
              <dgm:constr type="h" for="ch" forName="Child3" refType="h" fact="0.1046"/>
              <dgm:constr type="l" for="ch" forName="Child4" refType="w" fact="0.5348"/>
              <dgm:constr type="t" for="ch" forName="Child4" refType="h" fact="0.5322"/>
              <dgm:constr type="w" for="ch" forName="Child4" refType="w" fact="0.3196"/>
              <dgm:constr type="h" for="ch" forName="Child4" refType="h" fact="0.1046"/>
              <dgm:constr type="l" for="ch" forName="Accent5" refType="w" fact="0.1481"/>
              <dgm:constr type="t" for="ch" forName="Accent5" refType="h" fact="0.6053"/>
              <dgm:constr type="w" for="ch" forName="Accent5" refType="w" fact="0.5331"/>
              <dgm:constr type="h" for="ch" forName="Accent5" refType="h" fact="0.2629"/>
              <dgm:constr type="l" for="ch" forName="Accent6" refType="w" fact="0.038"/>
              <dgm:constr type="t" for="ch" forName="Accent6" refType="h" fact="0.774"/>
              <dgm:constr type="w" for="ch" forName="Accent6" refType="w" fact="0.458"/>
              <dgm:constr type="h" for="ch" forName="Accent6" refType="h" fact="0.226"/>
              <dgm:constr type="l" for="ch" forName="Parent5" refType="w" fact="0.2658"/>
              <dgm:constr type="t" for="ch" forName="Parent5" refType="h" fact="0.7005"/>
              <dgm:constr type="w" for="ch" forName="Parent5" refType="w" fact="0.2975"/>
              <dgm:constr type="h" for="ch" forName="Parent5" refType="h" fact="0.0733"/>
              <dgm:constr type="l" for="ch" forName="Parent6" refType="w" fact="0.1171"/>
              <dgm:constr type="t" for="ch" forName="Parent6" refType="h" fact="0.8519"/>
              <dgm:constr type="w" for="ch" forName="Parent6" refType="w" fact="0.2975"/>
              <dgm:constr type="h" for="ch" forName="Parent6" refType="h" fact="0.0733"/>
              <dgm:constr type="l" for="ch" forName="Child5" refType="w" fact="0.6804"/>
              <dgm:constr type="t" for="ch" forName="Child5" refType="h" fact="0.6833"/>
              <dgm:constr type="w" for="ch" forName="Child5" refType="w" fact="0.3196"/>
              <dgm:constr type="h" for="ch" forName="Child5" refType="h" fact="0.1046"/>
              <dgm:constr type="l" for="ch" forName="Child6" refType="w" fact="0.5348"/>
              <dgm:constr type="t" for="ch" forName="Child6" refType="h" fact="0.8347"/>
              <dgm:constr type="w" for="ch" forName="Child6" refType="w" fact="0.3196"/>
              <dgm:constr type="h" for="ch" forName="Child6" refType="h" fact="0.1046"/>
            </dgm:constrLst>
          </dgm:if>
          <dgm:else name="Name10">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1481"/>
              <dgm:constr type="t" for="ch" forName="Accent1" refType="h" fact="0"/>
              <dgm:constr type="w" for="ch" forName="Accent1" refType="w" fact="0.5331"/>
              <dgm:constr type="h" for="ch" forName="Accent1" refType="h" fact="0.2284"/>
              <dgm:constr type="l" for="ch" forName="Accent2" refType="w" fact="0"/>
              <dgm:constr type="t" for="ch" forName="Accent2" refType="h" fact="0.1312"/>
              <dgm:constr type="w" for="ch" forName="Accent2" refType="w" fact="0.5331"/>
              <dgm:constr type="h" for="ch" forName="Accent2" refType="h" fact="0.2284"/>
              <dgm:constr type="l" for="ch" forName="Accent3" refType="w" fact="0.1481"/>
              <dgm:constr type="t" for="ch" forName="Accent3" refType="h" fact="0.263"/>
              <dgm:constr type="w" for="ch" forName="Accent3" refType="w" fact="0.5331"/>
              <dgm:constr type="h" for="ch" forName="Accent3" refType="h" fact="0.2284"/>
              <dgm:constr type="l" for="ch" forName="Accent4" refType="w" fact="0"/>
              <dgm:constr type="t" for="ch" forName="Accent4" refType="h" fact="0.3945"/>
              <dgm:constr type="w" for="ch" forName="Accent4" refType="w" fact="0.5331"/>
              <dgm:constr type="h" for="ch" forName="Accent4" refType="h" fact="0.2284"/>
              <dgm:constr type="l" for="ch" forName="Parent1" refType="w" fact="0.2658"/>
              <dgm:constr type="t" for="ch" forName="Parent1" refType="h" fact="0.0827"/>
              <dgm:constr type="w" for="ch" forName="Parent1" refType="w" fact="0.2975"/>
              <dgm:constr type="h" for="ch" forName="Parent1" refType="h" fact="0.0637"/>
              <dgm:constr type="l" for="ch" forName="Parent2" refType="w" fact="0.1171"/>
              <dgm:constr type="t" for="ch" forName="Parent2" refType="h" fact="0.2142"/>
              <dgm:constr type="w" for="ch" forName="Parent2" refType="w" fact="0.2975"/>
              <dgm:constr type="h" for="ch" forName="Parent2" refType="h" fact="0.0637"/>
              <dgm:constr type="l" for="ch" forName="Parent3" refType="w" fact="0.2658"/>
              <dgm:constr type="t" for="ch" forName="Parent3" refType="h" fact="0.3457"/>
              <dgm:constr type="w" for="ch" forName="Parent3" refType="w" fact="0.2975"/>
              <dgm:constr type="h" for="ch" forName="Parent3" refType="h" fact="0.0637"/>
              <dgm:constr type="l" for="ch" forName="Parent4" refType="w" fact="0.1171"/>
              <dgm:constr type="t" for="ch" forName="Parent4" refType="h" fact="0.4772"/>
              <dgm:constr type="w" for="ch" forName="Parent4" refType="w" fact="0.2975"/>
              <dgm:constr type="h" for="ch" forName="Parent4" refType="h" fact="0.0637"/>
              <dgm:constr type="l" for="ch" forName="Child1" refType="w" fact="0.6804"/>
              <dgm:constr type="t" for="ch" forName="Child1" refType="h" fact="0.0678"/>
              <dgm:constr type="w" for="ch" forName="Child1" refType="w" fact="0.3196"/>
              <dgm:constr type="h" for="ch" forName="Child1" refType="h" fact="0.0908"/>
              <dgm:constr type="l" for="ch" forName="Child2" refType="w" fact="0.5348"/>
              <dgm:constr type="t" for="ch" forName="Child2" refType="h" fact="0.2006"/>
              <dgm:constr type="w" for="ch" forName="Child2" refType="w" fact="0.3196"/>
              <dgm:constr type="h" for="ch" forName="Child2" refType="h" fact="0.0908"/>
              <dgm:constr type="l" for="ch" forName="Child3" refType="w" fact="0.6804"/>
              <dgm:constr type="t" for="ch" forName="Child3" refType="h" fact="0.3308"/>
              <dgm:constr type="w" for="ch" forName="Child3" refType="w" fact="0.3196"/>
              <dgm:constr type="h" for="ch" forName="Child3" refType="h" fact="0.0908"/>
              <dgm:constr type="l" for="ch" forName="Child4" refType="w" fact="0.5348"/>
              <dgm:constr type="t" for="ch" forName="Child4" refType="h" fact="0.4623"/>
              <dgm:constr type="w" for="ch" forName="Child4" refType="w" fact="0.3196"/>
              <dgm:constr type="h" for="ch" forName="Child4" refType="h" fact="0.0908"/>
              <dgm:constr type="l" for="ch" forName="Accent5" refType="w" fact="0.1481"/>
              <dgm:constr type="t" for="ch" forName="Accent5" refType="h" fact="0.5258"/>
              <dgm:constr type="w" for="ch" forName="Accent5" refType="w" fact="0.5331"/>
              <dgm:constr type="h" for="ch" forName="Accent5" refType="h" fact="0.2284"/>
              <dgm:constr type="l" for="ch" forName="Accent6" refType="w" fact="0"/>
              <dgm:constr type="t" for="ch" forName="Accent6" refType="h" fact="0.6573"/>
              <dgm:constr type="w" for="ch" forName="Accent6" refType="w" fact="0.5331"/>
              <dgm:constr type="h" for="ch" forName="Accent6" refType="h" fact="0.2284"/>
              <dgm:constr type="l" for="ch" forName="Accent7" refType="w" fact="0.186"/>
              <dgm:constr type="t" for="ch" forName="Accent7" refType="h" fact="0.8037"/>
              <dgm:constr type="w" for="ch" forName="Accent7" refType="w" fact="0.458"/>
              <dgm:constr type="h" for="ch" forName="Accent7" refType="h" fact="0.1963"/>
              <dgm:constr type="l" for="ch" forName="Parent5" refType="w" fact="0.2658"/>
              <dgm:constr type="t" for="ch" forName="Parent5" refType="h" fact="0.6085"/>
              <dgm:constr type="w" for="ch" forName="Parent5" refType="w" fact="0.2975"/>
              <dgm:constr type="h" for="ch" forName="Parent5" refType="h" fact="0.0637"/>
              <dgm:constr type="l" for="ch" forName="Parent6" refType="w" fact="0.1171"/>
              <dgm:constr type="t" for="ch" forName="Parent6" refType="h" fact="0.74"/>
              <dgm:constr type="w" for="ch" forName="Parent6" refType="w" fact="0.2975"/>
              <dgm:constr type="h" for="ch" forName="Parent6" refType="h" fact="0.0637"/>
              <dgm:constr type="l" for="ch" forName="Parent7" refType="w" fact="0.2658"/>
              <dgm:constr type="t" for="ch" forName="Parent7" refType="h" fact="0.8715"/>
              <dgm:constr type="w" for="ch" forName="Parent7" refType="w" fact="0.2975"/>
              <dgm:constr type="h" for="ch" forName="Parent7" refType="h" fact="0.0637"/>
              <dgm:constr type="l" for="ch" forName="Child5" refType="w" fact="0.6804"/>
              <dgm:constr type="t" for="ch" forName="Child5" refType="h" fact="0.5936"/>
              <dgm:constr type="w" for="ch" forName="Child5" refType="w" fact="0.3196"/>
              <dgm:constr type="h" for="ch" forName="Child5" refType="h" fact="0.0908"/>
              <dgm:constr type="l" for="ch" forName="Child6" refType="w" fact="0.5348"/>
              <dgm:constr type="t" for="ch" forName="Child6" refType="h" fact="0.7251"/>
              <dgm:constr type="w" for="ch" forName="Child6" refType="w" fact="0.3196"/>
              <dgm:constr type="h" for="ch" forName="Child6" refType="h" fact="0.0908"/>
              <dgm:constr type="l" for="ch" forName="Child7" refType="w" fact="0.6804"/>
              <dgm:constr type="t" for="ch" forName="Child7" refType="h" fact="0.8579"/>
              <dgm:constr type="w" for="ch" forName="Child7" refType="w" fact="0.3196"/>
              <dgm:constr type="h" for="ch" forName="Child7" refType="h" fact="0.0908"/>
            </dgm:constrLst>
          </dgm:else>
        </dgm:choose>
      </dgm:if>
      <dgm:else name="Name11">
        <dgm:choose name="Name12">
          <dgm:if name="Name13"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14"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0407"/>
              <dgm:constr type="t" for="ch" forName="Accent1" refType="h" fact="0"/>
              <dgm:constr type="w" for="ch" forName="Accent1" refType="w" fact="0.5542"/>
              <dgm:constr type="h" for="ch" forName="Accent1" refType="h" fact="0.6665"/>
              <dgm:constr type="l" for="ch" forName="Accent2" refType="w" fact="0.1533"/>
              <dgm:constr type="t" for="ch" forName="Accent2" refType="h" fact="0.4272"/>
              <dgm:constr type="w" for="ch" forName="Accent2" refType="w" fact="0.4761"/>
              <dgm:constr type="h" for="ch" forName="Accent2" refType="h" fact="0.5728"/>
              <dgm:constr type="l" for="ch" forName="Parent1" refType="w" fact="0.0822"/>
              <dgm:constr type="t" for="ch" forName="Parent1" refType="h" fact="0.2413"/>
              <dgm:constr type="w" for="ch" forName="Parent1" refType="w" fact="0.3092"/>
              <dgm:constr type="h" for="ch" forName="Parent1" refType="h" fact="0.1859"/>
              <dgm:constr type="l" for="ch" forName="Parent2" refType="w" fact="0.2368"/>
              <dgm:constr type="t" for="ch" forName="Parent2" refType="h" fact="0.625"/>
              <dgm:constr type="w" for="ch" forName="Parent2" refType="w" fact="0.3092"/>
              <dgm:constr type="h" for="ch" forName="Parent2" refType="h" fact="0.1859"/>
              <dgm:constr type="l" for="ch" forName="Child1" refType="w" fact="0.5164"/>
              <dgm:constr type="t" for="ch" forName="Child1" refType="h" fact="0.1978"/>
              <dgm:constr type="w" for="ch" forName="Child1" refType="w" fact="0.3322"/>
              <dgm:constr type="h" for="ch" forName="Child1" refType="h" fact="0.265"/>
              <dgm:constr type="l" for="ch" forName="Child2" refType="w" fact="0.6678"/>
              <dgm:constr type="t" for="ch" forName="Child2" refType="h" fact="0.5855"/>
              <dgm:constr type="w" for="ch" forName="Child2" refType="w" fact="0.3322"/>
              <dgm:constr type="h" for="ch" forName="Child2" refType="h" fact="0.265"/>
            </dgm:constrLst>
          </dgm:if>
          <dgm:if name="Name15"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
              <dgm:constr type="t" for="ch" forName="Accent1" refType="h" fact="0"/>
              <dgm:constr type="w" for="ch" forName="Accent1" refType="w" fact="0.5325"/>
              <dgm:constr type="h" for="ch" forName="Accent1" refType="h" fact="0.4814"/>
              <dgm:constr type="l" for="ch" forName="Accent2" refType="w" fact="0.1479"/>
              <dgm:constr type="t" for="ch" forName="Accent2" refType="h" fact="0.2766"/>
              <dgm:constr type="w" for="ch" forName="Accent2" refType="w" fact="0.5325"/>
              <dgm:constr type="h" for="ch" forName="Accent2" refType="h" fact="0.4814"/>
              <dgm:constr type="l" for="ch" forName="Accent3" refType="w" fact="0.0378"/>
              <dgm:constr type="t" for="ch" forName="Accent3" refType="h" fact="0.5863"/>
              <dgm:constr type="w" for="ch" forName="Accent3" refType="w" fact="0.4575"/>
              <dgm:constr type="h" for="ch" forName="Accent3" refType="h" fact="0.4137"/>
              <dgm:constr type="l" for="ch" forName="Parent1" refType="w" fact="0.1183"/>
              <dgm:constr type="t" for="ch" forName="Parent1" refType="h" fact="0.1738"/>
              <dgm:constr type="w" for="ch" forName="Parent1" refType="w" fact="0.2959"/>
              <dgm:constr type="h" for="ch" forName="Parent1" refType="h" fact="0.1337"/>
              <dgm:constr type="l" for="ch" forName="Parent2" refType="w" fact="0.2656"/>
              <dgm:constr type="t" for="ch" forName="Parent2" refType="h" fact="0.452"/>
              <dgm:constr type="w" for="ch" forName="Parent2" refType="w" fact="0.2959"/>
              <dgm:constr type="h" for="ch" forName="Parent2" refType="h" fact="0.1337"/>
              <dgm:constr type="l" for="ch" forName="Parent3" refType="w" fact="0.1183"/>
              <dgm:constr type="t" for="ch" forName="Parent3" refType="h" fact="0.7306"/>
              <dgm:constr type="w" for="ch" forName="Parent3" refType="w" fact="0.2959"/>
              <dgm:constr type="h" for="ch" forName="Parent3" refType="h" fact="0.1337"/>
              <dgm:constr type="l" for="ch" forName="Child1" refType="w" fact="0.5325"/>
              <dgm:constr type="t" for="ch" forName="Child1" refType="h" fact="0.1435"/>
              <dgm:constr type="w" for="ch" forName="Child1" refType="w" fact="0.3195"/>
              <dgm:constr type="h" for="ch" forName="Child1" refType="h" fact="0.1926"/>
              <dgm:constr type="l" for="ch" forName="Child2" refType="w" fact="0.6805"/>
              <dgm:constr type="t" for="ch" forName="Child2" refType="h" fact="0.4217"/>
              <dgm:constr type="w" for="ch" forName="Child2" refType="w" fact="0.3195"/>
              <dgm:constr type="h" for="ch" forName="Child2" refType="h" fact="0.1926"/>
              <dgm:constr type="l" for="ch" forName="Child3" refType="w" fact="0.5325"/>
              <dgm:constr type="t" for="ch" forName="Child3" refType="h" fact="0.6998"/>
              <dgm:constr type="w" for="ch" forName="Child3" refType="w" fact="0.3195"/>
              <dgm:constr type="h" for="ch" forName="Child3" refType="h" fact="0.1926"/>
            </dgm:constrLst>
          </dgm:if>
          <dgm:if name="Name16"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
              <dgm:constr type="t" for="ch" forName="Accent1" refType="h" fact="0"/>
              <dgm:constr type="w" for="ch" forName="Accent1" refType="w" fact="0.5331"/>
              <dgm:constr type="h" for="ch" forName="Accent1" refType="h" fact="0.3771"/>
              <dgm:constr type="l" for="ch" forName="Accent2" refType="w" fact="0.1481"/>
              <dgm:constr type="t" for="ch" forName="Accent2" refType="h" fact="0.2167"/>
              <dgm:constr type="w" for="ch" forName="Accent2" refType="w" fact="0.5331"/>
              <dgm:constr type="h" for="ch" forName="Accent2" refType="h" fact="0.3771"/>
              <dgm:constr type="l" for="ch" forName="Accent3" refType="w" fact="0"/>
              <dgm:constr type="t" for="ch" forName="Accent3" refType="h" fact="0.4342"/>
              <dgm:constr type="w" for="ch" forName="Accent3" refType="w" fact="0.5331"/>
              <dgm:constr type="h" for="ch" forName="Accent3" refType="h" fact="0.3771"/>
              <dgm:constr type="l" for="ch" forName="Accent4" refType="w" fact="0.186"/>
              <dgm:constr type="t" for="ch" forName="Accent4" refType="h" fact="0.6759"/>
              <dgm:constr type="w" for="ch" forName="Accent4" refType="w" fact="0.458"/>
              <dgm:constr type="h" for="ch" forName="Accent4" refType="h" fact="0.3241"/>
              <dgm:constr type="l" for="ch" forName="Parent1" refType="w" fact="0.1171"/>
              <dgm:constr type="t" for="ch" forName="Parent1" refType="h" fact="0.1365"/>
              <dgm:constr type="w" for="ch" forName="Parent1" refType="w" fact="0.2975"/>
              <dgm:constr type="h" for="ch" forName="Parent1" refType="h" fact="0.1052"/>
              <dgm:constr type="l" for="ch" forName="Parent2" refType="w" fact="0.2658"/>
              <dgm:constr type="t" for="ch" forName="Parent2" refType="h" fact="0.3536"/>
              <dgm:constr type="w" for="ch" forName="Parent2" refType="w" fact="0.2975"/>
              <dgm:constr type="h" for="ch" forName="Parent2" refType="h" fact="0.1052"/>
              <dgm:constr type="l" for="ch" forName="Parent3" refType="w" fact="0.1171"/>
              <dgm:constr type="t" for="ch" forName="Parent3" refType="h" fact="0.5707"/>
              <dgm:constr type="w" for="ch" forName="Parent3" refType="w" fact="0.2975"/>
              <dgm:constr type="h" for="ch" forName="Parent3" refType="h" fact="0.1052"/>
              <dgm:constr type="l" for="ch" forName="Parent4" refType="w" fact="0.2658"/>
              <dgm:constr type="t" for="ch" forName="Parent4" refType="h" fact="0.7878"/>
              <dgm:constr type="w" for="ch" forName="Parent4" refType="w" fact="0.2975"/>
              <dgm:constr type="h" for="ch" forName="Parent4" refType="h" fact="0.1052"/>
              <dgm:constr type="l" for="ch" forName="Child1" refType="w" fact="0.5348"/>
              <dgm:constr type="t" for="ch" forName="Child1" refType="h" fact="0.1119"/>
              <dgm:constr type="w" for="ch" forName="Child1" refType="w" fact="0.3196"/>
              <dgm:constr type="h" for="ch" forName="Child1" refType="h" fact="0.15"/>
              <dgm:constr type="l" for="ch" forName="Child2" refType="w" fact="0.6804"/>
              <dgm:constr type="t" for="ch" forName="Child2" refType="h" fact="0.3312"/>
              <dgm:constr type="w" for="ch" forName="Child2" refType="w" fact="0.3196"/>
              <dgm:constr type="h" for="ch" forName="Child2" refType="h" fact="0.15"/>
              <dgm:constr type="l" for="ch" forName="Child3" refType="w" fact="0.5348"/>
              <dgm:constr type="t" for="ch" forName="Child3" refType="h" fact="0.5461"/>
              <dgm:constr type="w" for="ch" forName="Child3" refType="w" fact="0.3196"/>
              <dgm:constr type="h" for="ch" forName="Child3" refType="h" fact="0.15"/>
              <dgm:constr type="l" for="ch" forName="Child4" refType="w" fact="0.6804"/>
              <dgm:constr type="t" for="ch" forName="Child4" refType="h" fact="0.7632"/>
              <dgm:constr type="w" for="ch" forName="Child4" refType="w" fact="0.3196"/>
              <dgm:constr type="h" for="ch" forName="Child4" refType="h" fact="0.15"/>
            </dgm:constrLst>
          </dgm:if>
          <dgm:if name="Name17"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
              <dgm:constr type="t" for="ch" forName="Accent1" refType="h" fact="0"/>
              <dgm:constr type="w" for="ch" forName="Accent1" refType="w" fact="0.5331"/>
              <dgm:constr type="h" for="ch" forName="Accent1" refType="h" fact="0.3098"/>
              <dgm:constr type="l" for="ch" forName="Accent2" refType="w" fact="0.1481"/>
              <dgm:constr type="t" for="ch" forName="Accent2" refType="h" fact="0.178"/>
              <dgm:constr type="w" for="ch" forName="Accent2" refType="w" fact="0.5331"/>
              <dgm:constr type="h" for="ch" forName="Accent2" refType="h" fact="0.3098"/>
              <dgm:constr type="l" for="ch" forName="Accent3" refType="w" fact="0"/>
              <dgm:constr type="t" for="ch" forName="Accent3" refType="h" fact="0.3568"/>
              <dgm:constr type="w" for="ch" forName="Accent3" refType="w" fact="0.5331"/>
              <dgm:constr type="h" for="ch" forName="Accent3" refType="h" fact="0.3098"/>
              <dgm:constr type="l" for="ch" forName="Accent4" refType="w" fact="0.1481"/>
              <dgm:constr type="t" for="ch" forName="Accent4" refType="h" fact="0.5351"/>
              <dgm:constr type="w" for="ch" forName="Accent4" refType="w" fact="0.5331"/>
              <dgm:constr type="h" for="ch" forName="Accent4" refType="h" fact="0.3098"/>
              <dgm:constr type="l" for="ch" forName="Accent5" refType="w" fact="0.0378"/>
              <dgm:constr type="t" for="ch" forName="Accent5" refType="h" fact="0.7337"/>
              <dgm:constr type="w" for="ch" forName="Accent5" refType="w" fact="0.458"/>
              <dgm:constr type="h" for="ch" forName="Accent5" refType="h" fact="0.2663"/>
              <dgm:constr type="l" for="ch" forName="Parent1" refType="w" fact="0.1171"/>
              <dgm:constr type="t" for="ch" forName="Parent1" refType="h" fact="0.1122"/>
              <dgm:constr type="w" for="ch" forName="Parent1" refType="w" fact="0.2975"/>
              <dgm:constr type="h" for="ch" forName="Parent1" refType="h" fact="0.0864"/>
              <dgm:constr type="l" for="ch" forName="Parent2" refType="w" fact="0.2658"/>
              <dgm:constr type="t" for="ch" forName="Parent2" refType="h" fact="0.2906"/>
              <dgm:constr type="w" for="ch" forName="Parent2" refType="w" fact="0.2975"/>
              <dgm:constr type="h" for="ch" forName="Parent2" refType="h" fact="0.0864"/>
              <dgm:constr type="l" for="ch" forName="Parent3" refType="w" fact="0.1171"/>
              <dgm:constr type="t" for="ch" forName="Parent3" refType="h" fact="0.4689"/>
              <dgm:constr type="w" for="ch" forName="Parent3" refType="w" fact="0.2975"/>
              <dgm:constr type="h" for="ch" forName="Parent3" refType="h" fact="0.0864"/>
              <dgm:constr type="l" for="ch" forName="Parent4" refType="w" fact="0.2658"/>
              <dgm:constr type="t" for="ch" forName="Parent4" refType="h" fact="0.6473"/>
              <dgm:constr type="w" for="ch" forName="Parent4" refType="w" fact="0.2975"/>
              <dgm:constr type="h" for="ch" forName="Parent4" refType="h" fact="0.0864"/>
              <dgm:constr type="l" for="ch" forName="Parent5" refType="w" fact="0.1171"/>
              <dgm:constr type="t" for="ch" forName="Parent5" refType="h" fact="0.8257"/>
              <dgm:constr type="w" for="ch" forName="Parent5" refType="w" fact="0.2975"/>
              <dgm:constr type="h" for="ch" forName="Parent5" refType="h" fact="0.0864"/>
              <dgm:constr type="l" for="ch" forName="Child1" refType="w" fact="0.5348"/>
              <dgm:constr type="t" for="ch" forName="Child1" refType="h" fact="0.0919"/>
              <dgm:constr type="w" for="ch" forName="Child1" refType="w" fact="0.3196"/>
              <dgm:constr type="h" for="ch" forName="Child1" refType="h" fact="0.1232"/>
              <dgm:constr type="l" for="ch" forName="Child2" refType="w" fact="0.6804"/>
              <dgm:constr type="t" for="ch" forName="Child2" refType="h" fact="0.2722"/>
              <dgm:constr type="w" for="ch" forName="Child2" refType="w" fact="0.3196"/>
              <dgm:constr type="h" for="ch" forName="Child2" refType="h" fact="0.1232"/>
              <dgm:constr type="l" for="ch" forName="Child3" refType="w" fact="0.5348"/>
              <dgm:constr type="t" for="ch" forName="Child3" refType="h" fact="0.4487"/>
              <dgm:constr type="w" for="ch" forName="Child3" refType="w" fact="0.3196"/>
              <dgm:constr type="h" for="ch" forName="Child3" refType="h" fact="0.1232"/>
              <dgm:constr type="l" for="ch" forName="Child4" refType="w" fact="0.6804"/>
              <dgm:constr type="t" for="ch" forName="Child4" refType="h" fact="0.6271"/>
              <dgm:constr type="w" for="ch" forName="Child4" refType="w" fact="0.3196"/>
              <dgm:constr type="h" for="ch" forName="Child4" refType="h" fact="0.1232"/>
              <dgm:constr type="l" for="ch" forName="Child5" refType="w" fact="0.5348"/>
              <dgm:constr type="t" for="ch" forName="Child5" refType="h" fact="0.8073"/>
              <dgm:constr type="w" for="ch" forName="Child5" refType="w" fact="0.3196"/>
              <dgm:constr type="h" for="ch" forName="Child5" refType="h" fact="0.1232"/>
            </dgm:constrLst>
          </dgm:if>
          <dgm:if name="Name18"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
              <dgm:constr type="t" for="ch" forName="Accent1" refType="h" fact="0"/>
              <dgm:constr type="w" for="ch" forName="Accent1" refType="w" fact="0.5331"/>
              <dgm:constr type="h" for="ch" forName="Accent1" refType="h" fact="0.2629"/>
              <dgm:constr type="l" for="ch" forName="Accent2" refType="w" fact="0.1481"/>
              <dgm:constr type="t" for="ch" forName="Accent2" refType="h" fact="0.1511"/>
              <dgm:constr type="w" for="ch" forName="Accent2" refType="w" fact="0.5331"/>
              <dgm:constr type="h" for="ch" forName="Accent2" refType="h" fact="0.2629"/>
              <dgm:constr type="l" for="ch" forName="Accent3" refType="w" fact="0"/>
              <dgm:constr type="t" for="ch" forName="Accent3" refType="h" fact="0.3027"/>
              <dgm:constr type="w" for="ch" forName="Accent3" refType="w" fact="0.5331"/>
              <dgm:constr type="h" for="ch" forName="Accent3" refType="h" fact="0.2629"/>
              <dgm:constr type="l" for="ch" forName="Accent4" refType="w" fact="0.1481"/>
              <dgm:constr type="t" for="ch" forName="Accent4" refType="h" fact="0.4541"/>
              <dgm:constr type="w" for="ch" forName="Accent4" refType="w" fact="0.5331"/>
              <dgm:constr type="h" for="ch" forName="Accent4" refType="h" fact="0.2629"/>
              <dgm:constr type="l" for="ch" forName="Accent5" refType="w" fact="0"/>
              <dgm:constr type="t" for="ch" forName="Accent5" refType="h" fact="0.6053"/>
              <dgm:constr type="w" for="ch" forName="Accent5" refType="w" fact="0.5331"/>
              <dgm:constr type="h" for="ch" forName="Accent5" refType="h" fact="0.2629"/>
              <dgm:constr type="l" for="ch" forName="Accent6" refType="w" fact="0.186"/>
              <dgm:constr type="t" for="ch" forName="Accent6" refType="h" fact="0.774"/>
              <dgm:constr type="w" for="ch" forName="Accent6" refType="w" fact="0.458"/>
              <dgm:constr type="h" for="ch" forName="Accent6" refType="h" fact="0.226"/>
              <dgm:constr type="l" for="ch" forName="Parent1" refType="w" fact="0.1171"/>
              <dgm:constr type="t" for="ch" forName="Parent1" refType="h" fact="0.0952"/>
              <dgm:constr type="w" for="ch" forName="Parent1" refType="w" fact="0.2975"/>
              <dgm:constr type="h" for="ch" forName="Parent1" refType="h" fact="0.0733"/>
              <dgm:constr type="l" for="ch" forName="Parent2" refType="w" fact="0.2658"/>
              <dgm:constr type="t" for="ch" forName="Parent2" refType="h" fact="0.2466"/>
              <dgm:constr type="w" for="ch" forName="Parent2" refType="w" fact="0.2975"/>
              <dgm:constr type="h" for="ch" forName="Parent2" refType="h" fact="0.0733"/>
              <dgm:constr type="l" for="ch" forName="Parent3" refType="w" fact="0.1171"/>
              <dgm:constr type="t" for="ch" forName="Parent3" refType="h" fact="0.3979"/>
              <dgm:constr type="w" for="ch" forName="Parent3" refType="w" fact="0.2975"/>
              <dgm:constr type="h" for="ch" forName="Parent3" refType="h" fact="0.0733"/>
              <dgm:constr type="l" for="ch" forName="Parent4" refType="w" fact="0.2658"/>
              <dgm:constr type="t" for="ch" forName="Parent4" refType="h" fact="0.5493"/>
              <dgm:constr type="w" for="ch" forName="Parent4" refType="w" fact="0.2975"/>
              <dgm:constr type="h" for="ch" forName="Parent4" refType="h" fact="0.0733"/>
              <dgm:constr type="l" for="ch" forName="Parent5" refType="w" fact="0.1171"/>
              <dgm:constr type="t" for="ch" forName="Parent5" refType="h" fact="0.7005"/>
              <dgm:constr type="w" for="ch" forName="Parent5" refType="w" fact="0.2975"/>
              <dgm:constr type="h" for="ch" forName="Parent5" refType="h" fact="0.0733"/>
              <dgm:constr type="l" for="ch" forName="Parent6" refType="w" fact="0.2658"/>
              <dgm:constr type="t" for="ch" forName="Parent6" refType="h" fact="0.8519"/>
              <dgm:constr type="w" for="ch" forName="Parent6" refType="w" fact="0.2975"/>
              <dgm:constr type="h" for="ch" forName="Parent6" refType="h" fact="0.0733"/>
              <dgm:constr type="l" for="ch" forName="Child1" refType="w" fact="0.5348"/>
              <dgm:constr type="t" for="ch" forName="Child1" refType="h" fact="0.078"/>
              <dgm:constr type="w" for="ch" forName="Child1" refType="w" fact="0.3196"/>
              <dgm:constr type="h" for="ch" forName="Child1" refType="h" fact="0.1046"/>
              <dgm:constr type="l" for="ch" forName="Child2" refType="w" fact="0.6804"/>
              <dgm:constr type="t" for="ch" forName="Child2" refType="h" fact="0.231"/>
              <dgm:constr type="w" for="ch" forName="Child2" refType="w" fact="0.3196"/>
              <dgm:constr type="h" for="ch" forName="Child2" refType="h" fact="0.1046"/>
              <dgm:constr type="l" for="ch" forName="Child3" refType="w" fact="0.5348"/>
              <dgm:constr type="t" for="ch" forName="Child3" refType="h" fact="0.3808"/>
              <dgm:constr type="w" for="ch" forName="Child3" refType="w" fact="0.3196"/>
              <dgm:constr type="h" for="ch" forName="Child3" refType="h" fact="0.1046"/>
              <dgm:constr type="l" for="ch" forName="Child4" refType="w" fact="0.6804"/>
              <dgm:constr type="t" for="ch" forName="Child4" refType="h" fact="0.5322"/>
              <dgm:constr type="w" for="ch" forName="Child4" refType="w" fact="0.3196"/>
              <dgm:constr type="h" for="ch" forName="Child4" refType="h" fact="0.1046"/>
              <dgm:constr type="l" for="ch" forName="Child5" refType="w" fact="0.5348"/>
              <dgm:constr type="t" for="ch" forName="Child5" refType="h" fact="0.6833"/>
              <dgm:constr type="w" for="ch" forName="Child5" refType="w" fact="0.3196"/>
              <dgm:constr type="h" for="ch" forName="Child5" refType="h" fact="0.1046"/>
              <dgm:constr type="l" for="ch" forName="Child6" refType="w" fact="0.6804"/>
              <dgm:constr type="t" for="ch" forName="Child6" refType="h" fact="0.8347"/>
              <dgm:constr type="w" for="ch" forName="Child6" refType="w" fact="0.3196"/>
              <dgm:constr type="h" for="ch" forName="Child6" refType="h" fact="0.1046"/>
            </dgm:constrLst>
          </dgm:if>
          <dgm:else name="Name19">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
              <dgm:constr type="t" for="ch" forName="Accent1" refType="h" fact="0"/>
              <dgm:constr type="w" for="ch" forName="Accent1" refType="w" fact="0.5331"/>
              <dgm:constr type="h" for="ch" forName="Accent1" refType="h" fact="0.2284"/>
              <dgm:constr type="l" for="ch" forName="Accent2" refType="w" fact="0.1481"/>
              <dgm:constr type="t" for="ch" forName="Accent2" refType="h" fact="0.1312"/>
              <dgm:constr type="w" for="ch" forName="Accent2" refType="w" fact="0.5331"/>
              <dgm:constr type="h" for="ch" forName="Accent2" refType="h" fact="0.2284"/>
              <dgm:constr type="l" for="ch" forName="Accent3" refType="w" fact="0"/>
              <dgm:constr type="t" for="ch" forName="Accent3" refType="h" fact="0.263"/>
              <dgm:constr type="w" for="ch" forName="Accent3" refType="w" fact="0.5331"/>
              <dgm:constr type="h" for="ch" forName="Accent3" refType="h" fact="0.2284"/>
              <dgm:constr type="l" for="ch" forName="Accent4" refType="w" fact="0.1481"/>
              <dgm:constr type="t" for="ch" forName="Accent4" refType="h" fact="0.3945"/>
              <dgm:constr type="w" for="ch" forName="Accent4" refType="w" fact="0.5331"/>
              <dgm:constr type="h" for="ch" forName="Accent4" refType="h" fact="0.2284"/>
              <dgm:constr type="l" for="ch" forName="Accent5" refType="w" fact="0"/>
              <dgm:constr type="t" for="ch" forName="Accent5" refType="h" fact="0.5258"/>
              <dgm:constr type="w" for="ch" forName="Accent5" refType="w" fact="0.5331"/>
              <dgm:constr type="h" for="ch" forName="Accent5" refType="h" fact="0.2284"/>
              <dgm:constr type="l" for="ch" forName="Accent6" refType="w" fact="0.1481"/>
              <dgm:constr type="t" for="ch" forName="Accent6" refType="h" fact="0.6573"/>
              <dgm:constr type="w" for="ch" forName="Accent6" refType="w" fact="0.5331"/>
              <dgm:constr type="h" for="ch" forName="Accent6" refType="h" fact="0.2284"/>
              <dgm:constr type="l" for="ch" forName="Accent7" refType="w" fact="0.0378"/>
              <dgm:constr type="t" for="ch" forName="Accent7" refType="h" fact="0.8037"/>
              <dgm:constr type="w" for="ch" forName="Accent7" refType="w" fact="0.458"/>
              <dgm:constr type="h" for="ch" forName="Accent7" refType="h" fact="0.1963"/>
              <dgm:constr type="l" for="ch" forName="Parent1" refType="w" fact="0.1171"/>
              <dgm:constr type="t" for="ch" forName="Parent1" refType="h" fact="0.0827"/>
              <dgm:constr type="w" for="ch" forName="Parent1" refType="w" fact="0.2975"/>
              <dgm:constr type="h" for="ch" forName="Parent1" refType="h" fact="0.0637"/>
              <dgm:constr type="l" for="ch" forName="Parent2" refType="w" fact="0.2658"/>
              <dgm:constr type="t" for="ch" forName="Parent2" refType="h" fact="0.2142"/>
              <dgm:constr type="w" for="ch" forName="Parent2" refType="w" fact="0.2975"/>
              <dgm:constr type="h" for="ch" forName="Parent2" refType="h" fact="0.0637"/>
              <dgm:constr type="l" for="ch" forName="Parent3" refType="w" fact="0.1171"/>
              <dgm:constr type="t" for="ch" forName="Parent3" refType="h" fact="0.3457"/>
              <dgm:constr type="w" for="ch" forName="Parent3" refType="w" fact="0.2975"/>
              <dgm:constr type="h" for="ch" forName="Parent3" refType="h" fact="0.0637"/>
              <dgm:constr type="l" for="ch" forName="Parent4" refType="w" fact="0.2658"/>
              <dgm:constr type="t" for="ch" forName="Parent4" refType="h" fact="0.4772"/>
              <dgm:constr type="w" for="ch" forName="Parent4" refType="w" fact="0.2975"/>
              <dgm:constr type="h" for="ch" forName="Parent4" refType="h" fact="0.0637"/>
              <dgm:constr type="l" for="ch" forName="Parent5" refType="w" fact="0.1171"/>
              <dgm:constr type="t" for="ch" forName="Parent5" refType="h" fact="0.6085"/>
              <dgm:constr type="w" for="ch" forName="Parent5" refType="w" fact="0.2975"/>
              <dgm:constr type="h" for="ch" forName="Parent5" refType="h" fact="0.0637"/>
              <dgm:constr type="l" for="ch" forName="Parent6" refType="w" fact="0.2658"/>
              <dgm:constr type="t" for="ch" forName="Parent6" refType="h" fact="0.74"/>
              <dgm:constr type="w" for="ch" forName="Parent6" refType="w" fact="0.2975"/>
              <dgm:constr type="h" for="ch" forName="Parent6" refType="h" fact="0.0637"/>
              <dgm:constr type="l" for="ch" forName="Parent7" refType="w" fact="0.1171"/>
              <dgm:constr type="t" for="ch" forName="Parent7" refType="h" fact="0.8715"/>
              <dgm:constr type="w" for="ch" forName="Parent7" refType="w" fact="0.2975"/>
              <dgm:constr type="h" for="ch" forName="Parent7" refType="h" fact="0.0637"/>
              <dgm:constr type="l" for="ch" forName="Child1" refType="w" fact="0.5348"/>
              <dgm:constr type="t" for="ch" forName="Child1" refType="h" fact="0.0678"/>
              <dgm:constr type="w" for="ch" forName="Child1" refType="w" fact="0.3196"/>
              <dgm:constr type="h" for="ch" forName="Child1" refType="h" fact="0.0908"/>
              <dgm:constr type="l" for="ch" forName="Child2" refType="w" fact="0.6804"/>
              <dgm:constr type="t" for="ch" forName="Child2" refType="h" fact="0.2006"/>
              <dgm:constr type="w" for="ch" forName="Child2" refType="w" fact="0.3196"/>
              <dgm:constr type="h" for="ch" forName="Child2" refType="h" fact="0.0908"/>
              <dgm:constr type="l" for="ch" forName="Child3" refType="w" fact="0.5348"/>
              <dgm:constr type="t" for="ch" forName="Child3" refType="h" fact="0.3308"/>
              <dgm:constr type="w" for="ch" forName="Child3" refType="w" fact="0.3196"/>
              <dgm:constr type="h" for="ch" forName="Child3" refType="h" fact="0.0908"/>
              <dgm:constr type="l" for="ch" forName="Child4" refType="w" fact="0.6804"/>
              <dgm:constr type="t" for="ch" forName="Child4" refType="h" fact="0.4623"/>
              <dgm:constr type="w" for="ch" forName="Child4" refType="w" fact="0.3196"/>
              <dgm:constr type="h" for="ch" forName="Child4" refType="h" fact="0.0908"/>
              <dgm:constr type="l" for="ch" forName="Child5" refType="w" fact="0.5348"/>
              <dgm:constr type="t" for="ch" forName="Child5" refType="h" fact="0.5936"/>
              <dgm:constr type="w" for="ch" forName="Child5" refType="w" fact="0.3196"/>
              <dgm:constr type="h" for="ch" forName="Child5" refType="h" fact="0.0908"/>
              <dgm:constr type="l" for="ch" forName="Child6" refType="w" fact="0.6804"/>
              <dgm:constr type="t" for="ch" forName="Child6" refType="h" fact="0.7251"/>
              <dgm:constr type="w" for="ch" forName="Child6" refType="w" fact="0.3196"/>
              <dgm:constr type="h" for="ch" forName="Child6" refType="h" fact="0.0908"/>
              <dgm:constr type="l" for="ch" forName="Child7" refType="w" fact="0.5348"/>
              <dgm:constr type="t" for="ch" forName="Child7" refType="h" fact="0.8579"/>
              <dgm:constr type="w" for="ch" forName="Child7" refType="w" fact="0.3196"/>
              <dgm:constr type="h" for="ch" forName="Child7" refType="h" fact="0.0908"/>
            </dgm:constrLst>
          </dgm:else>
        </dgm:choose>
      </dgm:else>
    </dgm:choose>
    <dgm:forEach name="wrapper" axis="self" ptType="parTrans">
      <dgm:forEach name="accentRepeat" axis="self">
        <dgm:layoutNode name="Accent" styleLbl="node1">
          <dgm:alg type="sp"/>
          <dgm:choose name="Name20">
            <dgm:if name="Name21" func="var" arg="dir" op="equ" val="norm">
              <dgm:choose name="Name22">
                <dgm:if name="Name23" axis="precedSib" ptType="node" func="cnt" op="equ" val="0">
                  <dgm:choose name="Name24">
                    <dgm:if name="Name25" axis="followSib" ptType="node" func="cnt" op="equ" val="0">
                      <dgm:shape xmlns:r="http://schemas.openxmlformats.org/officeDocument/2006/relationships" type="circularArrow" r:blip="">
                        <dgm:adjLst>
                          <dgm:adj idx="1" val="0.1098"/>
                          <dgm:adj idx="2" val="19.0387"/>
                          <dgm:adj idx="3" val="150"/>
                          <dgm:adj idx="4" val="180"/>
                          <dgm:adj idx="5" val="0.125"/>
                        </dgm:adjLst>
                      </dgm:shape>
                    </dgm:if>
                    <dgm:else name="Name26">
                      <dgm:shape xmlns:r="http://schemas.openxmlformats.org/officeDocument/2006/relationships" type="circularArrow" r:blip="">
                        <dgm:adjLst>
                          <dgm:adj idx="1" val="0.1098"/>
                          <dgm:adj idx="2" val="19.0387"/>
                          <dgm:adj idx="3" val="75"/>
                          <dgm:adj idx="4" val="180"/>
                          <dgm:adj idx="5" val="0.125"/>
                        </dgm:adjLst>
                      </dgm:shape>
                    </dgm:else>
                  </dgm:choose>
                </dgm:if>
                <dgm:else name="Name27">
                  <dgm:choose name="Name28">
                    <dgm:if name="Name29" axis="followSib" ptType="node" func="cnt" op="equ" val="0">
                      <dgm:choose name="Name30">
                        <dgm:if name="Name31" axis="precedSib" ptType="node" func="cnt" op="equ" val="1">
                          <dgm:shape xmlns:r="http://schemas.openxmlformats.org/officeDocument/2006/relationships" type="blockArc" r:blip="">
                            <dgm:adjLst>
                              <dgm:adj idx="1" val="0"/>
                              <dgm:adj idx="2" val="-45"/>
                              <dgm:adj idx="3" val="0.1274"/>
                            </dgm:adjLst>
                          </dgm:shape>
                        </dgm:if>
                        <dgm:if name="Name32" axis="precedSib" ptType="node" func="cnt" op="equ" val="2">
                          <dgm:shape xmlns:r="http://schemas.openxmlformats.org/officeDocument/2006/relationships" type="blockArc" r:blip="">
                            <dgm:adjLst>
                              <dgm:adj idx="1" val="-135"/>
                              <dgm:adj idx="2" val="180"/>
                              <dgm:adj idx="3" val="0.1274"/>
                            </dgm:adjLst>
                          </dgm:shape>
                        </dgm:if>
                        <dgm:if name="Name33" axis="precedSib" ptType="node" func="cnt" op="equ" val="3">
                          <dgm:shape xmlns:r="http://schemas.openxmlformats.org/officeDocument/2006/relationships" type="blockArc" r:blip="">
                            <dgm:adjLst>
                              <dgm:adj idx="1" val="0"/>
                              <dgm:adj idx="2" val="-45"/>
                              <dgm:adj idx="3" val="0.1274"/>
                            </dgm:adjLst>
                          </dgm:shape>
                        </dgm:if>
                        <dgm:if name="Name34" axis="precedSib" ptType="node" func="cnt" op="equ" val="4">
                          <dgm:shape xmlns:r="http://schemas.openxmlformats.org/officeDocument/2006/relationships" type="blockArc" r:blip="">
                            <dgm:adjLst>
                              <dgm:adj idx="1" val="-135"/>
                              <dgm:adj idx="2" val="180"/>
                              <dgm:adj idx="3" val="0.1274"/>
                            </dgm:adjLst>
                          </dgm:shape>
                        </dgm:if>
                        <dgm:if name="Name35" axis="precedSib" ptType="node" func="cnt" op="equ" val="5">
                          <dgm:shape xmlns:r="http://schemas.openxmlformats.org/officeDocument/2006/relationships" type="blockArc" r:blip="">
                            <dgm:adjLst>
                              <dgm:adj idx="1" val="0"/>
                              <dgm:adj idx="2" val="-45"/>
                              <dgm:adj idx="3" val="0.1274"/>
                            </dgm:adjLst>
                          </dgm:shape>
                        </dgm:if>
                        <dgm:if name="Name36" axis="precedSib" ptType="node" func="cnt" op="equ" val="6">
                          <dgm:shape xmlns:r="http://schemas.openxmlformats.org/officeDocument/2006/relationships" type="blockArc" r:blip="">
                            <dgm:adjLst>
                              <dgm:adj idx="1" val="-135"/>
                              <dgm:adj idx="2" val="180"/>
                              <dgm:adj idx="3" val="0.1274"/>
                            </dgm:adjLst>
                          </dgm:shape>
                        </dgm:if>
                        <dgm:else name="Name37"/>
                      </dgm:choose>
                    </dgm:if>
                    <dgm:else name="Name38">
                      <dgm:choose name="Name39">
                        <dgm:if name="Name40" axis="precedSib" ptType="node" func="cnt" op="equ" val="0">
                          <dgm:shape xmlns:r="http://schemas.openxmlformats.org/officeDocument/2006/relationships" type="blockArc" r:blip="">
                            <dgm:adjLst>
                              <dgm:adj idx="1" val="-133.1632"/>
                              <dgm:adj idx="2" val="65"/>
                              <dgm:adj idx="3" val="0.13"/>
                            </dgm:adjLst>
                          </dgm:shape>
                        </dgm:if>
                        <dgm:if name="Name41" axis="precedSib" ptType="node" func="cnt" op="equ" val="1">
                          <dgm:shape xmlns:r="http://schemas.openxmlformats.org/officeDocument/2006/relationships" type="leftCircularArrow" r:blip="">
                            <dgm:adjLst>
                              <dgm:adj idx="1" val="0.1098"/>
                              <dgm:adj idx="2" val="19.0387"/>
                              <dgm:adj idx="3" val="105"/>
                              <dgm:adj idx="4" val="-45"/>
                              <dgm:adj idx="5" val="0.125"/>
                            </dgm:adjLst>
                          </dgm:shape>
                        </dgm:if>
                        <dgm:if name="Name42" axis="precedSib" ptType="node" func="cnt" op="equ" val="2">
                          <dgm:shape xmlns:r="http://schemas.openxmlformats.org/officeDocument/2006/relationships" type="circularArrow" r:blip="">
                            <dgm:adjLst>
                              <dgm:adj idx="1" val="0.1098"/>
                              <dgm:adj idx="2" val="19.0387"/>
                              <dgm:adj idx="3" val="75"/>
                              <dgm:adj idx="4" val="-135"/>
                              <dgm:adj idx="5" val="0.125"/>
                            </dgm:adjLst>
                          </dgm:shape>
                        </dgm:if>
                        <dgm:if name="Name43" axis="precedSib" ptType="node" func="cnt" op="equ" val="3">
                          <dgm:shape xmlns:r="http://schemas.openxmlformats.org/officeDocument/2006/relationships" type="leftCircularArrow" r:blip="">
                            <dgm:adjLst>
                              <dgm:adj idx="1" val="0.1098"/>
                              <dgm:adj idx="2" val="19.0387"/>
                              <dgm:adj idx="3" val="105"/>
                              <dgm:adj idx="4" val="-45"/>
                              <dgm:adj idx="5" val="0.125"/>
                            </dgm:adjLst>
                          </dgm:shape>
                        </dgm:if>
                        <dgm:if name="Name44" axis="precedSib" ptType="node" func="cnt" op="equ" val="4">
                          <dgm:shape xmlns:r="http://schemas.openxmlformats.org/officeDocument/2006/relationships" type="circularArrow" r:blip="">
                            <dgm:adjLst>
                              <dgm:adj idx="1" val="0.1098"/>
                              <dgm:adj idx="2" val="19.0387"/>
                              <dgm:adj idx="3" val="75"/>
                              <dgm:adj idx="4" val="-135"/>
                              <dgm:adj idx="5" val="0.125"/>
                            </dgm:adjLst>
                          </dgm:shape>
                        </dgm:if>
                        <dgm:if name="Name45" axis="precedSib" ptType="node" func="cnt" op="equ" val="5">
                          <dgm:shape xmlns:r="http://schemas.openxmlformats.org/officeDocument/2006/relationships" type="leftCircularArrow" r:blip="">
                            <dgm:adjLst>
                              <dgm:adj idx="1" val="0.1098"/>
                              <dgm:adj idx="2" val="19.0387"/>
                              <dgm:adj idx="3" val="105"/>
                              <dgm:adj idx="4" val="-45"/>
                              <dgm:adj idx="5" val="0.125"/>
                            </dgm:adjLst>
                          </dgm:shape>
                        </dgm:if>
                        <dgm:if name="Name46" axis="precedSib" ptType="node" func="cnt" op="equ" val="6">
                          <dgm:shape xmlns:r="http://schemas.openxmlformats.org/officeDocument/2006/relationships" type="blockArc" r:blip="">
                            <dgm:adjLst>
                              <dgm:adj idx="1" val="-135"/>
                              <dgm:adj idx="2" val="180"/>
                              <dgm:adj idx="3" val="0.1274"/>
                            </dgm:adjLst>
                          </dgm:shape>
                        </dgm:if>
                        <dgm:else name="Name47"/>
                      </dgm:choose>
                    </dgm:else>
                  </dgm:choose>
                </dgm:else>
              </dgm:choose>
            </dgm:if>
            <dgm:else name="Name48">
              <dgm:choose name="Name49">
                <dgm:if name="Name50" axis="precedSib" ptType="node" func="cnt" op="equ" val="0">
                  <dgm:choose name="Name51">
                    <dgm:if name="Name52" axis="followSib" ptType="node" func="cnt" op="equ" val="0">
                      <dgm:shape xmlns:r="http://schemas.openxmlformats.org/officeDocument/2006/relationships" type="leftCircularArrow" r:blip="">
                        <dgm:adjLst>
                          <dgm:adj idx="1" val="0.1098"/>
                          <dgm:adj idx="2" val="19.0387"/>
                          <dgm:adj idx="3" val="30"/>
                          <dgm:adj idx="4" val="0"/>
                          <dgm:adj idx="5" val="0.125"/>
                        </dgm:adjLst>
                      </dgm:shape>
                    </dgm:if>
                    <dgm:else name="Name53">
                      <dgm:shape xmlns:r="http://schemas.openxmlformats.org/officeDocument/2006/relationships" type="leftCircularArrow" r:blip="">
                        <dgm:adjLst>
                          <dgm:adj idx="1" val="0.1098"/>
                          <dgm:adj idx="2" val="19.0387"/>
                          <dgm:adj idx="3" val="105"/>
                          <dgm:adj idx="4" val="0"/>
                          <dgm:adj idx="5" val="0.125"/>
                        </dgm:adjLst>
                      </dgm:shape>
                    </dgm:else>
                  </dgm:choose>
                </dgm:if>
                <dgm:else name="Name54">
                  <dgm:choose name="Name55">
                    <dgm:if name="Name56" axis="followSib" ptType="node" func="cnt" op="equ" val="0">
                      <dgm:choose name="Name57">
                        <dgm:if name="Name58" axis="precedSib" ptType="node" func="cnt" op="equ" val="1">
                          <dgm:shape xmlns:r="http://schemas.openxmlformats.org/officeDocument/2006/relationships" type="blockArc" r:blip="">
                            <dgm:adjLst>
                              <dgm:adj idx="1" val="-135"/>
                              <dgm:adj idx="2" val="180"/>
                              <dgm:adj idx="3" val="0.1274"/>
                            </dgm:adjLst>
                          </dgm:shape>
                        </dgm:if>
                        <dgm:if name="Name59" axis="precedSib" ptType="node" func="cnt" op="equ" val="2">
                          <dgm:shape xmlns:r="http://schemas.openxmlformats.org/officeDocument/2006/relationships" type="blockArc" r:blip="">
                            <dgm:adjLst>
                              <dgm:adj idx="1" val="0"/>
                              <dgm:adj idx="2" val="-45"/>
                              <dgm:adj idx="3" val="0.1274"/>
                            </dgm:adjLst>
                          </dgm:shape>
                        </dgm:if>
                        <dgm:if name="Name60" axis="precedSib" ptType="node" func="cnt" op="equ" val="3">
                          <dgm:shape xmlns:r="http://schemas.openxmlformats.org/officeDocument/2006/relationships" type="blockArc" r:blip="">
                            <dgm:adjLst>
                              <dgm:adj idx="1" val="-135"/>
                              <dgm:adj idx="2" val="180"/>
                              <dgm:adj idx="3" val="0.1274"/>
                            </dgm:adjLst>
                          </dgm:shape>
                        </dgm:if>
                        <dgm:if name="Name61" axis="precedSib" ptType="node" func="cnt" op="equ" val="4">
                          <dgm:shape xmlns:r="http://schemas.openxmlformats.org/officeDocument/2006/relationships" type="blockArc" r:blip="">
                            <dgm:adjLst>
                              <dgm:adj idx="1" val="0"/>
                              <dgm:adj idx="2" val="-45"/>
                              <dgm:adj idx="3" val="0.1274"/>
                            </dgm:adjLst>
                          </dgm:shape>
                        </dgm:if>
                        <dgm:if name="Name62" axis="precedSib" ptType="node" func="cnt" op="equ" val="5">
                          <dgm:shape xmlns:r="http://schemas.openxmlformats.org/officeDocument/2006/relationships" type="blockArc" r:blip="">
                            <dgm:adjLst>
                              <dgm:adj idx="1" val="-135"/>
                              <dgm:adj idx="2" val="180"/>
                              <dgm:adj idx="3" val="0.1274"/>
                            </dgm:adjLst>
                          </dgm:shape>
                        </dgm:if>
                        <dgm:if name="Name63" axis="precedSib" ptType="node" func="cnt" op="equ" val="6">
                          <dgm:shape xmlns:r="http://schemas.openxmlformats.org/officeDocument/2006/relationships" type="blockArc" r:blip="">
                            <dgm:adjLst>
                              <dgm:adj idx="1" val="0"/>
                              <dgm:adj idx="2" val="-45"/>
                              <dgm:adj idx="3" val="0.1274"/>
                            </dgm:adjLst>
                          </dgm:shape>
                        </dgm:if>
                        <dgm:else name="Name64"/>
                      </dgm:choose>
                    </dgm:if>
                    <dgm:else name="Name65">
                      <dgm:choose name="Name66">
                        <dgm:if name="Name67" axis="precedSib" ptType="node" func="cnt" op="equ" val="0">
                          <dgm:shape xmlns:r="http://schemas.openxmlformats.org/officeDocument/2006/relationships" type="blockArc" r:blip="">
                            <dgm:adjLst>
                              <dgm:adj idx="1" val="-133.1632"/>
                              <dgm:adj idx="2" val="65"/>
                              <dgm:adj idx="3" val="0.13"/>
                            </dgm:adjLst>
                          </dgm:shape>
                        </dgm:if>
                        <dgm:if name="Name68" axis="precedSib" ptType="node" func="cnt" op="equ" val="1">
                          <dgm:shape xmlns:r="http://schemas.openxmlformats.org/officeDocument/2006/relationships" type="circularArrow" r:blip="">
                            <dgm:adjLst>
                              <dgm:adj idx="1" val="0.1098"/>
                              <dgm:adj idx="2" val="19.0387"/>
                              <dgm:adj idx="3" val="75"/>
                              <dgm:adj idx="4" val="-135"/>
                              <dgm:adj idx="5" val="0.125"/>
                            </dgm:adjLst>
                          </dgm:shape>
                        </dgm:if>
                        <dgm:if name="Name69" axis="precedSib" ptType="node" func="cnt" op="equ" val="2">
                          <dgm:shape xmlns:r="http://schemas.openxmlformats.org/officeDocument/2006/relationships" type="leftCircularArrow" r:blip="">
                            <dgm:adjLst>
                              <dgm:adj idx="1" val="0.1098"/>
                              <dgm:adj idx="2" val="19.0387"/>
                              <dgm:adj idx="3" val="105"/>
                              <dgm:adj idx="4" val="-45"/>
                              <dgm:adj idx="5" val="0.125"/>
                            </dgm:adjLst>
                          </dgm:shape>
                        </dgm:if>
                        <dgm:if name="Name70" axis="precedSib" ptType="node" func="cnt" op="equ" val="3">
                          <dgm:shape xmlns:r="http://schemas.openxmlformats.org/officeDocument/2006/relationships" type="circularArrow" r:blip="">
                            <dgm:adjLst>
                              <dgm:adj idx="1" val="0.1098"/>
                              <dgm:adj idx="2" val="19.0387"/>
                              <dgm:adj idx="3" val="75"/>
                              <dgm:adj idx="4" val="-135"/>
                              <dgm:adj idx="5" val="0.125"/>
                            </dgm:adjLst>
                          </dgm:shape>
                        </dgm:if>
                        <dgm:if name="Name71" axis="precedSib" ptType="node" func="cnt" op="equ" val="4">
                          <dgm:shape xmlns:r="http://schemas.openxmlformats.org/officeDocument/2006/relationships" type="leftCircularArrow" r:blip="">
                            <dgm:adjLst>
                              <dgm:adj idx="1" val="0.1098"/>
                              <dgm:adj idx="2" val="19.0387"/>
                              <dgm:adj idx="3" val="105"/>
                              <dgm:adj idx="4" val="-45"/>
                              <dgm:adj idx="5" val="0.125"/>
                            </dgm:adjLst>
                          </dgm:shape>
                        </dgm:if>
                        <dgm:if name="Name72" axis="precedSib" ptType="node" func="cnt" op="equ" val="5">
                          <dgm:shape xmlns:r="http://schemas.openxmlformats.org/officeDocument/2006/relationships" type="circularArrow" r:blip="">
                            <dgm:adjLst>
                              <dgm:adj idx="1" val="0.1098"/>
                              <dgm:adj idx="2" val="19.0387"/>
                              <dgm:adj idx="3" val="75"/>
                              <dgm:adj idx="4" val="-135"/>
                              <dgm:adj idx="5" val="0.125"/>
                            </dgm:adjLst>
                          </dgm:shape>
                        </dgm:if>
                        <dgm:if name="Name73" axis="precedSib" ptType="node" func="cnt" op="equ" val="6">
                          <dgm:shape xmlns:r="http://schemas.openxmlformats.org/officeDocument/2006/relationships" type="blockArc" r:blip="">
                            <dgm:adjLst>
                              <dgm:adj idx="1" val="0"/>
                              <dgm:adj idx="2" val="-45"/>
                              <dgm:adj idx="3" val="0.1274"/>
                            </dgm:adjLst>
                          </dgm:shape>
                        </dgm:if>
                        <dgm:else name="Name74"/>
                      </dgm:choose>
                    </dgm:else>
                  </dgm:choose>
                </dgm:else>
              </dgm:choose>
            </dgm:else>
          </dgm:choose>
          <dgm:presOf/>
        </dgm:layoutNode>
      </dgm:forEach>
    </dgm:forEach>
    <dgm:forEach name="Name75" axis="ch" ptType="node" cnt="1">
      <dgm:layoutNode name="Accent1">
        <dgm:alg type="sp"/>
        <dgm:shape xmlns:r="http://schemas.openxmlformats.org/officeDocument/2006/relationships" r:blip="">
          <dgm:adjLst/>
        </dgm:shape>
        <dgm:presOf/>
        <dgm:constrLst/>
        <dgm:forEach name="Name76" ref="accentRepeat"/>
      </dgm:layoutNode>
      <dgm:choose name="Name77">
        <dgm:if name="Name78" axis="ch" ptType="node" func="cnt" op="gte" val="1">
          <dgm:layoutNode name="Child1"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79"/>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0" axis="ch" ptType="node" st="2" cnt="1">
      <dgm:layoutNode name="Accent2">
        <dgm:alg type="sp"/>
        <dgm:shape xmlns:r="http://schemas.openxmlformats.org/officeDocument/2006/relationships" r:blip="">
          <dgm:adjLst/>
        </dgm:shape>
        <dgm:presOf/>
        <dgm:constrLst/>
        <dgm:forEach name="Name81" ref="accentRepeat"/>
      </dgm:layoutNode>
      <dgm:choose name="Name82">
        <dgm:if name="Name83" axis="ch" ptType="node" func="cnt" op="gte" val="1">
          <dgm:layoutNode name="Child2"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4"/>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choose name="Name87">
        <dgm:if name="Name88" axis="ch" ptType="node" func="cnt" op="gte" val="1">
          <dgm:layoutNode name="Child3"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9"/>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0" axis="ch" ptType="node" st="4" cnt="1">
      <dgm:layoutNode name="Accent4">
        <dgm:alg type="sp"/>
        <dgm:shape xmlns:r="http://schemas.openxmlformats.org/officeDocument/2006/relationships" r:blip="">
          <dgm:adjLst/>
        </dgm:shape>
        <dgm:presOf/>
        <dgm:constrLst/>
        <dgm:forEach name="Name91" ref="accentRepeat"/>
      </dgm:layoutNode>
      <dgm:choose name="Name92">
        <dgm:if name="Name93" axis="ch" ptType="node" func="cnt" op="gte" val="1">
          <dgm:layoutNode name="Child4"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5" axis="ch" ptType="node" st="5" cnt="1">
      <dgm:layoutNode name="Accent5">
        <dgm:alg type="sp"/>
        <dgm:shape xmlns:r="http://schemas.openxmlformats.org/officeDocument/2006/relationships" r:blip="">
          <dgm:adjLst/>
        </dgm:shape>
        <dgm:presOf/>
        <dgm:constrLst/>
        <dgm:forEach name="Name96" ref="accentRepeat"/>
      </dgm:layoutNode>
      <dgm:choose name="Name97">
        <dgm:if name="Name98" axis="ch" ptType="node" func="cnt" op="gte" val="1">
          <dgm:layoutNode name="Child5"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9"/>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0" axis="ch" ptType="node" st="6" cnt="1">
      <dgm:layoutNode name="Accent6">
        <dgm:alg type="sp"/>
        <dgm:shape xmlns:r="http://schemas.openxmlformats.org/officeDocument/2006/relationships" r:blip="">
          <dgm:adjLst/>
        </dgm:shape>
        <dgm:presOf/>
        <dgm:constrLst/>
        <dgm:forEach name="Name101" ref="accentRepeat"/>
      </dgm:layoutNode>
      <dgm:choose name="Name102">
        <dgm:if name="Name103" axis="ch" ptType="node" func="cnt" op="gte" val="1">
          <dgm:layoutNode name="Child6"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4"/>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5" axis="ch" ptType="node" st="7" cnt="1">
      <dgm:layoutNode name="Accent7">
        <dgm:alg type="sp"/>
        <dgm:shape xmlns:r="http://schemas.openxmlformats.org/officeDocument/2006/relationships" r:blip="">
          <dgm:adjLst/>
        </dgm:shape>
        <dgm:presOf/>
        <dgm:constrLst/>
        <dgm:forEach name="Name106" ref="accentRepeat"/>
      </dgm:layoutNode>
      <dgm:choose name="Name107">
        <dgm:if name="Name108" axis="ch" ptType="node" func="cnt" op="gte" val="1">
          <dgm:layoutNode name="Child7"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9"/>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9/layout/CircleArrowProcess">
  <dgm:title val=""/>
  <dgm:desc val=""/>
  <dgm:catLst>
    <dgm:cat type="process" pri="16500"/>
    <dgm:cat type="cycle" pri="16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7"/>
      <dgm:chPref val="7"/>
      <dgm:dir/>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5"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1144"/>
              <dgm:constr type="t" for="ch" forName="Accent1" refType="h" fact="0"/>
              <dgm:constr type="w" for="ch" forName="Accent1" refType="w" fact="0.5542"/>
              <dgm:constr type="h" for="ch" forName="Accent1" refType="h" fact="0.6665"/>
              <dgm:constr type="l" for="ch" forName="Parent1" refType="w" fact="0.2368"/>
              <dgm:constr type="t" for="ch" forName="Parent1" refType="h" fact="0.2413"/>
              <dgm:constr type="w" for="ch" forName="Parent1" refType="w" fact="0.3092"/>
              <dgm:constr type="h" for="ch" forName="Parent1" refType="h" fact="0.1859"/>
              <dgm:constr type="l" for="ch" forName="Parent2" refType="w" fact="0.0822"/>
              <dgm:constr type="t" for="ch" forName="Parent2" refType="h" fact="0.625"/>
              <dgm:constr type="w" for="ch" forName="Parent2" refType="w" fact="0.3092"/>
              <dgm:constr type="h" for="ch" forName="Parent2" refType="h" fact="0.1859"/>
              <dgm:constr type="l" for="ch" forName="Child1" refType="w" fact="0.6678"/>
              <dgm:constr type="t" for="ch" forName="Child1" refType="h" fact="0.1978"/>
              <dgm:constr type="w" for="ch" forName="Child1" refType="w" fact="0.3322"/>
              <dgm:constr type="h" for="ch" forName="Child1" refType="h" fact="0.265"/>
              <dgm:constr type="l" for="ch" forName="Child2" refType="w" fact="0.5164"/>
              <dgm:constr type="t" for="ch" forName="Child2" refType="h" fact="0.5855"/>
              <dgm:constr type="w" for="ch" forName="Child2" refType="w" fact="0.3322"/>
              <dgm:constr type="h" for="ch" forName="Child2" refType="h" fact="0.265"/>
              <dgm:constr type="l" for="ch" forName="Accent2" refType="w" fact="0"/>
              <dgm:constr type="t" for="ch" forName="Accent2" refType="h" fact="0.4272"/>
              <dgm:constr type="w" for="ch" forName="Accent2" refType="w" fact="0.4761"/>
              <dgm:constr type="h" for="ch" forName="Accent2" refType="h" fact="0.5728"/>
            </dgm:constrLst>
          </dgm:if>
          <dgm:if name="Name6"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1479"/>
              <dgm:constr type="t" for="ch" forName="Accent1" refType="h" fact="0"/>
              <dgm:constr type="w" for="ch" forName="Accent1" refType="w" fact="0.5325"/>
              <dgm:constr type="h" for="ch" forName="Accent1" refType="h" fact="0.4814"/>
              <dgm:constr type="l" for="ch" forName="Accent2" refType="w" fact="0"/>
              <dgm:constr type="t" for="ch" forName="Accent2" refType="h" fact="0.2766"/>
              <dgm:constr type="w" for="ch" forName="Accent2" refType="w" fact="0.5325"/>
              <dgm:constr type="h" for="ch" forName="Accent2" refType="h" fact="0.4814"/>
              <dgm:constr type="l" for="ch" forName="Parent1" refType="w" fact="0.2656"/>
              <dgm:constr type="t" for="ch" forName="Parent1" refType="h" fact="0.1738"/>
              <dgm:constr type="w" for="ch" forName="Parent1" refType="w" fact="0.2959"/>
              <dgm:constr type="h" for="ch" forName="Parent1" refType="h" fact="0.1337"/>
              <dgm:constr type="l" for="ch" forName="Accent3" refType="w" fact="0.1858"/>
              <dgm:constr type="t" for="ch" forName="Accent3" refType="h" fact="0.5863"/>
              <dgm:constr type="w" for="ch" forName="Accent3" refType="w" fact="0.4575"/>
              <dgm:constr type="h" for="ch" forName="Accent3" refType="h" fact="0.4137"/>
              <dgm:constr type="l" for="ch" forName="Parent2" refType="w" fact="0.1183"/>
              <dgm:constr type="t" for="ch" forName="Parent2" refType="h" fact="0.452"/>
              <dgm:constr type="w" for="ch" forName="Parent2" refType="w" fact="0.2959"/>
              <dgm:constr type="h" for="ch" forName="Parent2" refType="h" fact="0.1337"/>
              <dgm:constr type="l" for="ch" forName="Parent3" refType="w" fact="0.2663"/>
              <dgm:constr type="t" for="ch" forName="Parent3" refType="h" fact="0.7306"/>
              <dgm:constr type="w" for="ch" forName="Parent3" refType="w" fact="0.2959"/>
              <dgm:constr type="h" for="ch" forName="Parent3" refType="h" fact="0.1337"/>
              <dgm:constr type="l" for="ch" forName="Child2" refType="w" fact="0.5325"/>
              <dgm:constr type="t" for="ch" forName="Child2" refType="h" fact="0.4217"/>
              <dgm:constr type="w" for="ch" forName="Child2" refType="w" fact="0.3195"/>
              <dgm:constr type="h" for="ch" forName="Child2" refType="h" fact="0.1926"/>
              <dgm:constr type="l" for="ch" forName="Child1" refType="w" fact="0.6805"/>
              <dgm:constr type="t" for="ch" forName="Child1" refType="h" fact="0.1435"/>
              <dgm:constr type="w" for="ch" forName="Child1" refType="w" fact="0.3195"/>
              <dgm:constr type="h" for="ch" forName="Child1" refType="h" fact="0.1926"/>
              <dgm:constr type="l" for="ch" forName="Child3" refType="w" fact="0.6805"/>
              <dgm:constr type="t" for="ch" forName="Child3" refType="h" fact="0.6998"/>
              <dgm:constr type="w" for="ch" forName="Child3" refType="w" fact="0.3195"/>
              <dgm:constr type="h" for="ch" forName="Child3" refType="h" fact="0.1926"/>
            </dgm:constrLst>
          </dgm:if>
          <dgm:if name="Name7"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1481"/>
              <dgm:constr type="t" for="ch" forName="Accent1" refType="h" fact="0"/>
              <dgm:constr type="w" for="ch" forName="Accent1" refType="w" fact="0.5331"/>
              <dgm:constr type="h" for="ch" forName="Accent1" refType="h" fact="0.3771"/>
              <dgm:constr type="l" for="ch" forName="Accent2" refType="w" fact="0"/>
              <dgm:constr type="t" for="ch" forName="Accent2" refType="h" fact="0.2167"/>
              <dgm:constr type="w" for="ch" forName="Accent2" refType="w" fact="0.5331"/>
              <dgm:constr type="h" for="ch" forName="Accent2" refType="h" fact="0.3771"/>
              <dgm:constr type="l" for="ch" forName="Accent3" refType="w" fact="0.1481"/>
              <dgm:constr type="t" for="ch" forName="Accent3" refType="h" fact="0.4342"/>
              <dgm:constr type="w" for="ch" forName="Accent3" refType="w" fact="0.5331"/>
              <dgm:constr type="h" for="ch" forName="Accent3" refType="h" fact="0.3771"/>
              <dgm:constr type="l" for="ch" forName="Parent1" refType="w" fact="0.2658"/>
              <dgm:constr type="t" for="ch" forName="Parent1" refType="h" fact="0.1365"/>
              <dgm:constr type="w" for="ch" forName="Parent1" refType="w" fact="0.2975"/>
              <dgm:constr type="h" for="ch" forName="Parent1" refType="h" fact="0.1052"/>
              <dgm:constr type="l" for="ch" forName="Parent2" refType="w" fact="0.1171"/>
              <dgm:constr type="t" for="ch" forName="Parent2" refType="h" fact="0.3536"/>
              <dgm:constr type="w" for="ch" forName="Parent2" refType="w" fact="0.2975"/>
              <dgm:constr type="h" for="ch" forName="Parent2" refType="h" fact="0.1052"/>
              <dgm:constr type="l" for="ch" forName="Parent3" refType="w" fact="0.2658"/>
              <dgm:constr type="t" for="ch" forName="Parent3" refType="h" fact="0.5707"/>
              <dgm:constr type="w" for="ch" forName="Parent3" refType="w" fact="0.2975"/>
              <dgm:constr type="h" for="ch" forName="Parent3" refType="h" fact="0.1052"/>
              <dgm:constr type="l" for="ch" forName="Parent4" refType="w" fact="0.1171"/>
              <dgm:constr type="t" for="ch" forName="Parent4" refType="h" fact="0.7878"/>
              <dgm:constr type="w" for="ch" forName="Parent4" refType="w" fact="0.2975"/>
              <dgm:constr type="h" for="ch" forName="Parent4" refType="h" fact="0.1052"/>
              <dgm:constr type="l" for="ch" forName="Child1" refType="w" fact="0.6804"/>
              <dgm:constr type="t" for="ch" forName="Child1" refType="h" fact="0.1119"/>
              <dgm:constr type="w" for="ch" forName="Child1" refType="w" fact="0.3196"/>
              <dgm:constr type="h" for="ch" forName="Child1" refType="h" fact="0.15"/>
              <dgm:constr type="l" for="ch" forName="Child2" refType="w" fact="0.5348"/>
              <dgm:constr type="t" for="ch" forName="Child2" refType="h" fact="0.3312"/>
              <dgm:constr type="w" for="ch" forName="Child2" refType="w" fact="0.3196"/>
              <dgm:constr type="h" for="ch" forName="Child2" refType="h" fact="0.15"/>
              <dgm:constr type="l" for="ch" forName="Child3" refType="w" fact="0.6804"/>
              <dgm:constr type="t" for="ch" forName="Child3" refType="h" fact="0.5461"/>
              <dgm:constr type="w" for="ch" forName="Child3" refType="w" fact="0.3196"/>
              <dgm:constr type="h" for="ch" forName="Child3" refType="h" fact="0.15"/>
              <dgm:constr type="l" for="ch" forName="Child4" refType="w" fact="0.5348"/>
              <dgm:constr type="t" for="ch" forName="Child4" refType="h" fact="0.7632"/>
              <dgm:constr type="w" for="ch" forName="Child4" refType="w" fact="0.3196"/>
              <dgm:constr type="h" for="ch" forName="Child4" refType="h" fact="0.15"/>
              <dgm:constr type="l" for="ch" forName="Accent4" refType="w" fact="0.038"/>
              <dgm:constr type="t" for="ch" forName="Accent4" refType="h" fact="0.6759"/>
              <dgm:constr type="w" for="ch" forName="Accent4" refType="w" fact="0.458"/>
              <dgm:constr type="h" for="ch" forName="Accent4" refType="h" fact="0.3241"/>
            </dgm:constrLst>
          </dgm:if>
          <dgm:if name="Name8"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1481"/>
              <dgm:constr type="t" for="ch" forName="Accent1" refType="h" fact="0"/>
              <dgm:constr type="w" for="ch" forName="Accent1" refType="w" fact="0.5331"/>
              <dgm:constr type="h" for="ch" forName="Accent1" refType="h" fact="0.3098"/>
              <dgm:constr type="l" for="ch" forName="Accent2" refType="w" fact="0"/>
              <dgm:constr type="t" for="ch" forName="Accent2" refType="h" fact="0.178"/>
              <dgm:constr type="w" for="ch" forName="Accent2" refType="w" fact="0.5331"/>
              <dgm:constr type="h" for="ch" forName="Accent2" refType="h" fact="0.3098"/>
              <dgm:constr type="l" for="ch" forName="Accent3" refType="w" fact="0.1481"/>
              <dgm:constr type="t" for="ch" forName="Accent3" refType="h" fact="0.3568"/>
              <dgm:constr type="w" for="ch" forName="Accent3" refType="w" fact="0.5331"/>
              <dgm:constr type="h" for="ch" forName="Accent3" refType="h" fact="0.3098"/>
              <dgm:constr type="l" for="ch" forName="Accent4" refType="w" fact="0"/>
              <dgm:constr type="t" for="ch" forName="Accent4" refType="h" fact="0.5351"/>
              <dgm:constr type="w" for="ch" forName="Accent4" refType="w" fact="0.5331"/>
              <dgm:constr type="h" for="ch" forName="Accent4" refType="h" fact="0.3098"/>
              <dgm:constr type="l" for="ch" forName="Accent5" refType="w" fact="0.186"/>
              <dgm:constr type="t" for="ch" forName="Accent5" refType="h" fact="0.7337"/>
              <dgm:constr type="w" for="ch" forName="Accent5" refType="w" fact="0.458"/>
              <dgm:constr type="h" for="ch" forName="Accent5" refType="h" fact="0.2663"/>
              <dgm:constr type="l" for="ch" forName="Parent1" refType="w" fact="0.2658"/>
              <dgm:constr type="t" for="ch" forName="Parent1" refType="h" fact="0.1122"/>
              <dgm:constr type="w" for="ch" forName="Parent1" refType="w" fact="0.2975"/>
              <dgm:constr type="h" for="ch" forName="Parent1" refType="h" fact="0.0864"/>
              <dgm:constr type="l" for="ch" forName="Parent2" refType="w" fact="0.1171"/>
              <dgm:constr type="t" for="ch" forName="Parent2" refType="h" fact="0.2906"/>
              <dgm:constr type="w" for="ch" forName="Parent2" refType="w" fact="0.2975"/>
              <dgm:constr type="h" for="ch" forName="Parent2" refType="h" fact="0.0864"/>
              <dgm:constr type="l" for="ch" forName="Parent3" refType="w" fact="0.2658"/>
              <dgm:constr type="t" for="ch" forName="Parent3" refType="h" fact="0.4689"/>
              <dgm:constr type="w" for="ch" forName="Parent3" refType="w" fact="0.2975"/>
              <dgm:constr type="h" for="ch" forName="Parent3" refType="h" fact="0.0864"/>
              <dgm:constr type="l" for="ch" forName="Parent4" refType="w" fact="0.1171"/>
              <dgm:constr type="t" for="ch" forName="Parent4" refType="h" fact="0.6473"/>
              <dgm:constr type="w" for="ch" forName="Parent4" refType="w" fact="0.2975"/>
              <dgm:constr type="h" for="ch" forName="Parent4" refType="h" fact="0.0864"/>
              <dgm:constr type="l" for="ch" forName="Parent5" refType="w" fact="0.2658"/>
              <dgm:constr type="t" for="ch" forName="Parent5" refType="h" fact="0.8257"/>
              <dgm:constr type="w" for="ch" forName="Parent5" refType="w" fact="0.2975"/>
              <dgm:constr type="h" for="ch" forName="Parent5" refType="h" fact="0.0864"/>
              <dgm:constr type="l" for="ch" forName="Child1" refType="w" fact="0.6804"/>
              <dgm:constr type="t" for="ch" forName="Child1" refType="h" fact="0.0919"/>
              <dgm:constr type="w" for="ch" forName="Child1" refType="w" fact="0.3196"/>
              <dgm:constr type="h" for="ch" forName="Child1" refType="h" fact="0.1232"/>
              <dgm:constr type="l" for="ch" forName="Child2" refType="w" fact="0.5348"/>
              <dgm:constr type="t" for="ch" forName="Child2" refType="h" fact="0.2722"/>
              <dgm:constr type="w" for="ch" forName="Child2" refType="w" fact="0.3196"/>
              <dgm:constr type="h" for="ch" forName="Child2" refType="h" fact="0.1232"/>
              <dgm:constr type="l" for="ch" forName="Child3" refType="w" fact="0.6804"/>
              <dgm:constr type="t" for="ch" forName="Child3" refType="h" fact="0.4487"/>
              <dgm:constr type="w" for="ch" forName="Child3" refType="w" fact="0.3196"/>
              <dgm:constr type="h" for="ch" forName="Child3" refType="h" fact="0.1232"/>
              <dgm:constr type="l" for="ch" forName="Child4" refType="w" fact="0.5348"/>
              <dgm:constr type="t" for="ch" forName="Child4" refType="h" fact="0.6271"/>
              <dgm:constr type="w" for="ch" forName="Child4" refType="w" fact="0.3196"/>
              <dgm:constr type="h" for="ch" forName="Child4" refType="h" fact="0.1232"/>
              <dgm:constr type="l" for="ch" forName="Child5" refType="w" fact="0.6804"/>
              <dgm:constr type="t" for="ch" forName="Child5" refType="h" fact="0.8073"/>
              <dgm:constr type="w" for="ch" forName="Child5" refType="w" fact="0.3196"/>
              <dgm:constr type="h" for="ch" forName="Child5" refType="h" fact="0.1232"/>
            </dgm:constrLst>
          </dgm:if>
          <dgm:if name="Name9"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1481"/>
              <dgm:constr type="t" for="ch" forName="Accent1" refType="h" fact="0"/>
              <dgm:constr type="w" for="ch" forName="Accent1" refType="w" fact="0.5331"/>
              <dgm:constr type="h" for="ch" forName="Accent1" refType="h" fact="0.2629"/>
              <dgm:constr type="l" for="ch" forName="Accent2" refType="w" fact="0"/>
              <dgm:constr type="t" for="ch" forName="Accent2" refType="h" fact="0.1511"/>
              <dgm:constr type="w" for="ch" forName="Accent2" refType="w" fact="0.5331"/>
              <dgm:constr type="h" for="ch" forName="Accent2" refType="h" fact="0.2629"/>
              <dgm:constr type="l" for="ch" forName="Accent3" refType="w" fact="0.1481"/>
              <dgm:constr type="t" for="ch" forName="Accent3" refType="h" fact="0.3027"/>
              <dgm:constr type="w" for="ch" forName="Accent3" refType="w" fact="0.5331"/>
              <dgm:constr type="h" for="ch" forName="Accent3" refType="h" fact="0.2629"/>
              <dgm:constr type="l" for="ch" forName="Accent4" refType="w" fact="0"/>
              <dgm:constr type="t" for="ch" forName="Accent4" refType="h" fact="0.4541"/>
              <dgm:constr type="w" for="ch" forName="Accent4" refType="w" fact="0.5331"/>
              <dgm:constr type="h" for="ch" forName="Accent4" refType="h" fact="0.2629"/>
              <dgm:constr type="l" for="ch" forName="Parent1" refType="w" fact="0.2658"/>
              <dgm:constr type="t" for="ch" forName="Parent1" refType="h" fact="0.0952"/>
              <dgm:constr type="w" for="ch" forName="Parent1" refType="w" fact="0.2975"/>
              <dgm:constr type="h" for="ch" forName="Parent1" refType="h" fact="0.0733"/>
              <dgm:constr type="l" for="ch" forName="Parent2" refType="w" fact="0.1171"/>
              <dgm:constr type="t" for="ch" forName="Parent2" refType="h" fact="0.2466"/>
              <dgm:constr type="w" for="ch" forName="Parent2" refType="w" fact="0.2975"/>
              <dgm:constr type="h" for="ch" forName="Parent2" refType="h" fact="0.0733"/>
              <dgm:constr type="l" for="ch" forName="Parent3" refType="w" fact="0.2658"/>
              <dgm:constr type="t" for="ch" forName="Parent3" refType="h" fact="0.3979"/>
              <dgm:constr type="w" for="ch" forName="Parent3" refType="w" fact="0.2975"/>
              <dgm:constr type="h" for="ch" forName="Parent3" refType="h" fact="0.0733"/>
              <dgm:constr type="l" for="ch" forName="Parent4" refType="w" fact="0.1171"/>
              <dgm:constr type="t" for="ch" forName="Parent4" refType="h" fact="0.5493"/>
              <dgm:constr type="w" for="ch" forName="Parent4" refType="w" fact="0.2975"/>
              <dgm:constr type="h" for="ch" forName="Parent4" refType="h" fact="0.0733"/>
              <dgm:constr type="l" for="ch" forName="Child1" refType="w" fact="0.6804"/>
              <dgm:constr type="t" for="ch" forName="Child1" refType="h" fact="0.078"/>
              <dgm:constr type="w" for="ch" forName="Child1" refType="w" fact="0.3196"/>
              <dgm:constr type="h" for="ch" forName="Child1" refType="h" fact="0.1046"/>
              <dgm:constr type="l" for="ch" forName="Child2" refType="w" fact="0.5348"/>
              <dgm:constr type="t" for="ch" forName="Child2" refType="h" fact="0.231"/>
              <dgm:constr type="w" for="ch" forName="Child2" refType="w" fact="0.3196"/>
              <dgm:constr type="h" for="ch" forName="Child2" refType="h" fact="0.1046"/>
              <dgm:constr type="l" for="ch" forName="Child3" refType="w" fact="0.6804"/>
              <dgm:constr type="t" for="ch" forName="Child3" refType="h" fact="0.3808"/>
              <dgm:constr type="w" for="ch" forName="Child3" refType="w" fact="0.3196"/>
              <dgm:constr type="h" for="ch" forName="Child3" refType="h" fact="0.1046"/>
              <dgm:constr type="l" for="ch" forName="Child4" refType="w" fact="0.5348"/>
              <dgm:constr type="t" for="ch" forName="Child4" refType="h" fact="0.5322"/>
              <dgm:constr type="w" for="ch" forName="Child4" refType="w" fact="0.3196"/>
              <dgm:constr type="h" for="ch" forName="Child4" refType="h" fact="0.1046"/>
              <dgm:constr type="l" for="ch" forName="Accent5" refType="w" fact="0.1481"/>
              <dgm:constr type="t" for="ch" forName="Accent5" refType="h" fact="0.6053"/>
              <dgm:constr type="w" for="ch" forName="Accent5" refType="w" fact="0.5331"/>
              <dgm:constr type="h" for="ch" forName="Accent5" refType="h" fact="0.2629"/>
              <dgm:constr type="l" for="ch" forName="Accent6" refType="w" fact="0.038"/>
              <dgm:constr type="t" for="ch" forName="Accent6" refType="h" fact="0.774"/>
              <dgm:constr type="w" for="ch" forName="Accent6" refType="w" fact="0.458"/>
              <dgm:constr type="h" for="ch" forName="Accent6" refType="h" fact="0.226"/>
              <dgm:constr type="l" for="ch" forName="Parent5" refType="w" fact="0.2658"/>
              <dgm:constr type="t" for="ch" forName="Parent5" refType="h" fact="0.7005"/>
              <dgm:constr type="w" for="ch" forName="Parent5" refType="w" fact="0.2975"/>
              <dgm:constr type="h" for="ch" forName="Parent5" refType="h" fact="0.0733"/>
              <dgm:constr type="l" for="ch" forName="Parent6" refType="w" fact="0.1171"/>
              <dgm:constr type="t" for="ch" forName="Parent6" refType="h" fact="0.8519"/>
              <dgm:constr type="w" for="ch" forName="Parent6" refType="w" fact="0.2975"/>
              <dgm:constr type="h" for="ch" forName="Parent6" refType="h" fact="0.0733"/>
              <dgm:constr type="l" for="ch" forName="Child5" refType="w" fact="0.6804"/>
              <dgm:constr type="t" for="ch" forName="Child5" refType="h" fact="0.6833"/>
              <dgm:constr type="w" for="ch" forName="Child5" refType="w" fact="0.3196"/>
              <dgm:constr type="h" for="ch" forName="Child5" refType="h" fact="0.1046"/>
              <dgm:constr type="l" for="ch" forName="Child6" refType="w" fact="0.5348"/>
              <dgm:constr type="t" for="ch" forName="Child6" refType="h" fact="0.8347"/>
              <dgm:constr type="w" for="ch" forName="Child6" refType="w" fact="0.3196"/>
              <dgm:constr type="h" for="ch" forName="Child6" refType="h" fact="0.1046"/>
            </dgm:constrLst>
          </dgm:if>
          <dgm:else name="Name10">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1481"/>
              <dgm:constr type="t" for="ch" forName="Accent1" refType="h" fact="0"/>
              <dgm:constr type="w" for="ch" forName="Accent1" refType="w" fact="0.5331"/>
              <dgm:constr type="h" for="ch" forName="Accent1" refType="h" fact="0.2284"/>
              <dgm:constr type="l" for="ch" forName="Accent2" refType="w" fact="0"/>
              <dgm:constr type="t" for="ch" forName="Accent2" refType="h" fact="0.1312"/>
              <dgm:constr type="w" for="ch" forName="Accent2" refType="w" fact="0.5331"/>
              <dgm:constr type="h" for="ch" forName="Accent2" refType="h" fact="0.2284"/>
              <dgm:constr type="l" for="ch" forName="Accent3" refType="w" fact="0.1481"/>
              <dgm:constr type="t" for="ch" forName="Accent3" refType="h" fact="0.263"/>
              <dgm:constr type="w" for="ch" forName="Accent3" refType="w" fact="0.5331"/>
              <dgm:constr type="h" for="ch" forName="Accent3" refType="h" fact="0.2284"/>
              <dgm:constr type="l" for="ch" forName="Accent4" refType="w" fact="0"/>
              <dgm:constr type="t" for="ch" forName="Accent4" refType="h" fact="0.3945"/>
              <dgm:constr type="w" for="ch" forName="Accent4" refType="w" fact="0.5331"/>
              <dgm:constr type="h" for="ch" forName="Accent4" refType="h" fact="0.2284"/>
              <dgm:constr type="l" for="ch" forName="Parent1" refType="w" fact="0.2658"/>
              <dgm:constr type="t" for="ch" forName="Parent1" refType="h" fact="0.0827"/>
              <dgm:constr type="w" for="ch" forName="Parent1" refType="w" fact="0.2975"/>
              <dgm:constr type="h" for="ch" forName="Parent1" refType="h" fact="0.0637"/>
              <dgm:constr type="l" for="ch" forName="Parent2" refType="w" fact="0.1171"/>
              <dgm:constr type="t" for="ch" forName="Parent2" refType="h" fact="0.2142"/>
              <dgm:constr type="w" for="ch" forName="Parent2" refType="w" fact="0.2975"/>
              <dgm:constr type="h" for="ch" forName="Parent2" refType="h" fact="0.0637"/>
              <dgm:constr type="l" for="ch" forName="Parent3" refType="w" fact="0.2658"/>
              <dgm:constr type="t" for="ch" forName="Parent3" refType="h" fact="0.3457"/>
              <dgm:constr type="w" for="ch" forName="Parent3" refType="w" fact="0.2975"/>
              <dgm:constr type="h" for="ch" forName="Parent3" refType="h" fact="0.0637"/>
              <dgm:constr type="l" for="ch" forName="Parent4" refType="w" fact="0.1171"/>
              <dgm:constr type="t" for="ch" forName="Parent4" refType="h" fact="0.4772"/>
              <dgm:constr type="w" for="ch" forName="Parent4" refType="w" fact="0.2975"/>
              <dgm:constr type="h" for="ch" forName="Parent4" refType="h" fact="0.0637"/>
              <dgm:constr type="l" for="ch" forName="Child1" refType="w" fact="0.6804"/>
              <dgm:constr type="t" for="ch" forName="Child1" refType="h" fact="0.0678"/>
              <dgm:constr type="w" for="ch" forName="Child1" refType="w" fact="0.3196"/>
              <dgm:constr type="h" for="ch" forName="Child1" refType="h" fact="0.0908"/>
              <dgm:constr type="l" for="ch" forName="Child2" refType="w" fact="0.5348"/>
              <dgm:constr type="t" for="ch" forName="Child2" refType="h" fact="0.2006"/>
              <dgm:constr type="w" for="ch" forName="Child2" refType="w" fact="0.3196"/>
              <dgm:constr type="h" for="ch" forName="Child2" refType="h" fact="0.0908"/>
              <dgm:constr type="l" for="ch" forName="Child3" refType="w" fact="0.6804"/>
              <dgm:constr type="t" for="ch" forName="Child3" refType="h" fact="0.3308"/>
              <dgm:constr type="w" for="ch" forName="Child3" refType="w" fact="0.3196"/>
              <dgm:constr type="h" for="ch" forName="Child3" refType="h" fact="0.0908"/>
              <dgm:constr type="l" for="ch" forName="Child4" refType="w" fact="0.5348"/>
              <dgm:constr type="t" for="ch" forName="Child4" refType="h" fact="0.4623"/>
              <dgm:constr type="w" for="ch" forName="Child4" refType="w" fact="0.3196"/>
              <dgm:constr type="h" for="ch" forName="Child4" refType="h" fact="0.0908"/>
              <dgm:constr type="l" for="ch" forName="Accent5" refType="w" fact="0.1481"/>
              <dgm:constr type="t" for="ch" forName="Accent5" refType="h" fact="0.5258"/>
              <dgm:constr type="w" for="ch" forName="Accent5" refType="w" fact="0.5331"/>
              <dgm:constr type="h" for="ch" forName="Accent5" refType="h" fact="0.2284"/>
              <dgm:constr type="l" for="ch" forName="Accent6" refType="w" fact="0"/>
              <dgm:constr type="t" for="ch" forName="Accent6" refType="h" fact="0.6573"/>
              <dgm:constr type="w" for="ch" forName="Accent6" refType="w" fact="0.5331"/>
              <dgm:constr type="h" for="ch" forName="Accent6" refType="h" fact="0.2284"/>
              <dgm:constr type="l" for="ch" forName="Accent7" refType="w" fact="0.186"/>
              <dgm:constr type="t" for="ch" forName="Accent7" refType="h" fact="0.8037"/>
              <dgm:constr type="w" for="ch" forName="Accent7" refType="w" fact="0.458"/>
              <dgm:constr type="h" for="ch" forName="Accent7" refType="h" fact="0.1963"/>
              <dgm:constr type="l" for="ch" forName="Parent5" refType="w" fact="0.2658"/>
              <dgm:constr type="t" for="ch" forName="Parent5" refType="h" fact="0.6085"/>
              <dgm:constr type="w" for="ch" forName="Parent5" refType="w" fact="0.2975"/>
              <dgm:constr type="h" for="ch" forName="Parent5" refType="h" fact="0.0637"/>
              <dgm:constr type="l" for="ch" forName="Parent6" refType="w" fact="0.1171"/>
              <dgm:constr type="t" for="ch" forName="Parent6" refType="h" fact="0.74"/>
              <dgm:constr type="w" for="ch" forName="Parent6" refType="w" fact="0.2975"/>
              <dgm:constr type="h" for="ch" forName="Parent6" refType="h" fact="0.0637"/>
              <dgm:constr type="l" for="ch" forName="Parent7" refType="w" fact="0.2658"/>
              <dgm:constr type="t" for="ch" forName="Parent7" refType="h" fact="0.8715"/>
              <dgm:constr type="w" for="ch" forName="Parent7" refType="w" fact="0.2975"/>
              <dgm:constr type="h" for="ch" forName="Parent7" refType="h" fact="0.0637"/>
              <dgm:constr type="l" for="ch" forName="Child5" refType="w" fact="0.6804"/>
              <dgm:constr type="t" for="ch" forName="Child5" refType="h" fact="0.5936"/>
              <dgm:constr type="w" for="ch" forName="Child5" refType="w" fact="0.3196"/>
              <dgm:constr type="h" for="ch" forName="Child5" refType="h" fact="0.0908"/>
              <dgm:constr type="l" for="ch" forName="Child6" refType="w" fact="0.5348"/>
              <dgm:constr type="t" for="ch" forName="Child6" refType="h" fact="0.7251"/>
              <dgm:constr type="w" for="ch" forName="Child6" refType="w" fact="0.3196"/>
              <dgm:constr type="h" for="ch" forName="Child6" refType="h" fact="0.0908"/>
              <dgm:constr type="l" for="ch" forName="Child7" refType="w" fact="0.6804"/>
              <dgm:constr type="t" for="ch" forName="Child7" refType="h" fact="0.8579"/>
              <dgm:constr type="w" for="ch" forName="Child7" refType="w" fact="0.3196"/>
              <dgm:constr type="h" for="ch" forName="Child7" refType="h" fact="0.0908"/>
            </dgm:constrLst>
          </dgm:else>
        </dgm:choose>
      </dgm:if>
      <dgm:else name="Name11">
        <dgm:choose name="Name12">
          <dgm:if name="Name13"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14"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0407"/>
              <dgm:constr type="t" for="ch" forName="Accent1" refType="h" fact="0"/>
              <dgm:constr type="w" for="ch" forName="Accent1" refType="w" fact="0.5542"/>
              <dgm:constr type="h" for="ch" forName="Accent1" refType="h" fact="0.6665"/>
              <dgm:constr type="l" for="ch" forName="Accent2" refType="w" fact="0.1533"/>
              <dgm:constr type="t" for="ch" forName="Accent2" refType="h" fact="0.4272"/>
              <dgm:constr type="w" for="ch" forName="Accent2" refType="w" fact="0.4761"/>
              <dgm:constr type="h" for="ch" forName="Accent2" refType="h" fact="0.5728"/>
              <dgm:constr type="l" for="ch" forName="Parent1" refType="w" fact="0.0822"/>
              <dgm:constr type="t" for="ch" forName="Parent1" refType="h" fact="0.2413"/>
              <dgm:constr type="w" for="ch" forName="Parent1" refType="w" fact="0.3092"/>
              <dgm:constr type="h" for="ch" forName="Parent1" refType="h" fact="0.1859"/>
              <dgm:constr type="l" for="ch" forName="Parent2" refType="w" fact="0.2368"/>
              <dgm:constr type="t" for="ch" forName="Parent2" refType="h" fact="0.625"/>
              <dgm:constr type="w" for="ch" forName="Parent2" refType="w" fact="0.3092"/>
              <dgm:constr type="h" for="ch" forName="Parent2" refType="h" fact="0.1859"/>
              <dgm:constr type="l" for="ch" forName="Child1" refType="w" fact="0.5164"/>
              <dgm:constr type="t" for="ch" forName="Child1" refType="h" fact="0.1978"/>
              <dgm:constr type="w" for="ch" forName="Child1" refType="w" fact="0.3322"/>
              <dgm:constr type="h" for="ch" forName="Child1" refType="h" fact="0.265"/>
              <dgm:constr type="l" for="ch" forName="Child2" refType="w" fact="0.6678"/>
              <dgm:constr type="t" for="ch" forName="Child2" refType="h" fact="0.5855"/>
              <dgm:constr type="w" for="ch" forName="Child2" refType="w" fact="0.3322"/>
              <dgm:constr type="h" for="ch" forName="Child2" refType="h" fact="0.265"/>
            </dgm:constrLst>
          </dgm:if>
          <dgm:if name="Name15"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
              <dgm:constr type="t" for="ch" forName="Accent1" refType="h" fact="0"/>
              <dgm:constr type="w" for="ch" forName="Accent1" refType="w" fact="0.5325"/>
              <dgm:constr type="h" for="ch" forName="Accent1" refType="h" fact="0.4814"/>
              <dgm:constr type="l" for="ch" forName="Accent2" refType="w" fact="0.1479"/>
              <dgm:constr type="t" for="ch" forName="Accent2" refType="h" fact="0.2766"/>
              <dgm:constr type="w" for="ch" forName="Accent2" refType="w" fact="0.5325"/>
              <dgm:constr type="h" for="ch" forName="Accent2" refType="h" fact="0.4814"/>
              <dgm:constr type="l" for="ch" forName="Accent3" refType="w" fact="0.0378"/>
              <dgm:constr type="t" for="ch" forName="Accent3" refType="h" fact="0.5863"/>
              <dgm:constr type="w" for="ch" forName="Accent3" refType="w" fact="0.4575"/>
              <dgm:constr type="h" for="ch" forName="Accent3" refType="h" fact="0.4137"/>
              <dgm:constr type="l" for="ch" forName="Parent1" refType="w" fact="0.1183"/>
              <dgm:constr type="t" for="ch" forName="Parent1" refType="h" fact="0.1738"/>
              <dgm:constr type="w" for="ch" forName="Parent1" refType="w" fact="0.2959"/>
              <dgm:constr type="h" for="ch" forName="Parent1" refType="h" fact="0.1337"/>
              <dgm:constr type="l" for="ch" forName="Parent2" refType="w" fact="0.2656"/>
              <dgm:constr type="t" for="ch" forName="Parent2" refType="h" fact="0.452"/>
              <dgm:constr type="w" for="ch" forName="Parent2" refType="w" fact="0.2959"/>
              <dgm:constr type="h" for="ch" forName="Parent2" refType="h" fact="0.1337"/>
              <dgm:constr type="l" for="ch" forName="Parent3" refType="w" fact="0.1183"/>
              <dgm:constr type="t" for="ch" forName="Parent3" refType="h" fact="0.7306"/>
              <dgm:constr type="w" for="ch" forName="Parent3" refType="w" fact="0.2959"/>
              <dgm:constr type="h" for="ch" forName="Parent3" refType="h" fact="0.1337"/>
              <dgm:constr type="l" for="ch" forName="Child1" refType="w" fact="0.5325"/>
              <dgm:constr type="t" for="ch" forName="Child1" refType="h" fact="0.1435"/>
              <dgm:constr type="w" for="ch" forName="Child1" refType="w" fact="0.3195"/>
              <dgm:constr type="h" for="ch" forName="Child1" refType="h" fact="0.1926"/>
              <dgm:constr type="l" for="ch" forName="Child2" refType="w" fact="0.6805"/>
              <dgm:constr type="t" for="ch" forName="Child2" refType="h" fact="0.4217"/>
              <dgm:constr type="w" for="ch" forName="Child2" refType="w" fact="0.3195"/>
              <dgm:constr type="h" for="ch" forName="Child2" refType="h" fact="0.1926"/>
              <dgm:constr type="l" for="ch" forName="Child3" refType="w" fact="0.5325"/>
              <dgm:constr type="t" for="ch" forName="Child3" refType="h" fact="0.6998"/>
              <dgm:constr type="w" for="ch" forName="Child3" refType="w" fact="0.3195"/>
              <dgm:constr type="h" for="ch" forName="Child3" refType="h" fact="0.1926"/>
            </dgm:constrLst>
          </dgm:if>
          <dgm:if name="Name16"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
              <dgm:constr type="t" for="ch" forName="Accent1" refType="h" fact="0"/>
              <dgm:constr type="w" for="ch" forName="Accent1" refType="w" fact="0.5331"/>
              <dgm:constr type="h" for="ch" forName="Accent1" refType="h" fact="0.3771"/>
              <dgm:constr type="l" for="ch" forName="Accent2" refType="w" fact="0.1481"/>
              <dgm:constr type="t" for="ch" forName="Accent2" refType="h" fact="0.2167"/>
              <dgm:constr type="w" for="ch" forName="Accent2" refType="w" fact="0.5331"/>
              <dgm:constr type="h" for="ch" forName="Accent2" refType="h" fact="0.3771"/>
              <dgm:constr type="l" for="ch" forName="Accent3" refType="w" fact="0"/>
              <dgm:constr type="t" for="ch" forName="Accent3" refType="h" fact="0.4342"/>
              <dgm:constr type="w" for="ch" forName="Accent3" refType="w" fact="0.5331"/>
              <dgm:constr type="h" for="ch" forName="Accent3" refType="h" fact="0.3771"/>
              <dgm:constr type="l" for="ch" forName="Accent4" refType="w" fact="0.186"/>
              <dgm:constr type="t" for="ch" forName="Accent4" refType="h" fact="0.6759"/>
              <dgm:constr type="w" for="ch" forName="Accent4" refType="w" fact="0.458"/>
              <dgm:constr type="h" for="ch" forName="Accent4" refType="h" fact="0.3241"/>
              <dgm:constr type="l" for="ch" forName="Parent1" refType="w" fact="0.1171"/>
              <dgm:constr type="t" for="ch" forName="Parent1" refType="h" fact="0.1365"/>
              <dgm:constr type="w" for="ch" forName="Parent1" refType="w" fact="0.2975"/>
              <dgm:constr type="h" for="ch" forName="Parent1" refType="h" fact="0.1052"/>
              <dgm:constr type="l" for="ch" forName="Parent2" refType="w" fact="0.2658"/>
              <dgm:constr type="t" for="ch" forName="Parent2" refType="h" fact="0.3536"/>
              <dgm:constr type="w" for="ch" forName="Parent2" refType="w" fact="0.2975"/>
              <dgm:constr type="h" for="ch" forName="Parent2" refType="h" fact="0.1052"/>
              <dgm:constr type="l" for="ch" forName="Parent3" refType="w" fact="0.1171"/>
              <dgm:constr type="t" for="ch" forName="Parent3" refType="h" fact="0.5707"/>
              <dgm:constr type="w" for="ch" forName="Parent3" refType="w" fact="0.2975"/>
              <dgm:constr type="h" for="ch" forName="Parent3" refType="h" fact="0.1052"/>
              <dgm:constr type="l" for="ch" forName="Parent4" refType="w" fact="0.2658"/>
              <dgm:constr type="t" for="ch" forName="Parent4" refType="h" fact="0.7878"/>
              <dgm:constr type="w" for="ch" forName="Parent4" refType="w" fact="0.2975"/>
              <dgm:constr type="h" for="ch" forName="Parent4" refType="h" fact="0.1052"/>
              <dgm:constr type="l" for="ch" forName="Child1" refType="w" fact="0.5348"/>
              <dgm:constr type="t" for="ch" forName="Child1" refType="h" fact="0.1119"/>
              <dgm:constr type="w" for="ch" forName="Child1" refType="w" fact="0.3196"/>
              <dgm:constr type="h" for="ch" forName="Child1" refType="h" fact="0.15"/>
              <dgm:constr type="l" for="ch" forName="Child2" refType="w" fact="0.6804"/>
              <dgm:constr type="t" for="ch" forName="Child2" refType="h" fact="0.3312"/>
              <dgm:constr type="w" for="ch" forName="Child2" refType="w" fact="0.3196"/>
              <dgm:constr type="h" for="ch" forName="Child2" refType="h" fact="0.15"/>
              <dgm:constr type="l" for="ch" forName="Child3" refType="w" fact="0.5348"/>
              <dgm:constr type="t" for="ch" forName="Child3" refType="h" fact="0.5461"/>
              <dgm:constr type="w" for="ch" forName="Child3" refType="w" fact="0.3196"/>
              <dgm:constr type="h" for="ch" forName="Child3" refType="h" fact="0.15"/>
              <dgm:constr type="l" for="ch" forName="Child4" refType="w" fact="0.6804"/>
              <dgm:constr type="t" for="ch" forName="Child4" refType="h" fact="0.7632"/>
              <dgm:constr type="w" for="ch" forName="Child4" refType="w" fact="0.3196"/>
              <dgm:constr type="h" for="ch" forName="Child4" refType="h" fact="0.15"/>
            </dgm:constrLst>
          </dgm:if>
          <dgm:if name="Name17"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
              <dgm:constr type="t" for="ch" forName="Accent1" refType="h" fact="0"/>
              <dgm:constr type="w" for="ch" forName="Accent1" refType="w" fact="0.5331"/>
              <dgm:constr type="h" for="ch" forName="Accent1" refType="h" fact="0.3098"/>
              <dgm:constr type="l" for="ch" forName="Accent2" refType="w" fact="0.1481"/>
              <dgm:constr type="t" for="ch" forName="Accent2" refType="h" fact="0.178"/>
              <dgm:constr type="w" for="ch" forName="Accent2" refType="w" fact="0.5331"/>
              <dgm:constr type="h" for="ch" forName="Accent2" refType="h" fact="0.3098"/>
              <dgm:constr type="l" for="ch" forName="Accent3" refType="w" fact="0"/>
              <dgm:constr type="t" for="ch" forName="Accent3" refType="h" fact="0.3568"/>
              <dgm:constr type="w" for="ch" forName="Accent3" refType="w" fact="0.5331"/>
              <dgm:constr type="h" for="ch" forName="Accent3" refType="h" fact="0.3098"/>
              <dgm:constr type="l" for="ch" forName="Accent4" refType="w" fact="0.1481"/>
              <dgm:constr type="t" for="ch" forName="Accent4" refType="h" fact="0.5351"/>
              <dgm:constr type="w" for="ch" forName="Accent4" refType="w" fact="0.5331"/>
              <dgm:constr type="h" for="ch" forName="Accent4" refType="h" fact="0.3098"/>
              <dgm:constr type="l" for="ch" forName="Accent5" refType="w" fact="0.0378"/>
              <dgm:constr type="t" for="ch" forName="Accent5" refType="h" fact="0.7337"/>
              <dgm:constr type="w" for="ch" forName="Accent5" refType="w" fact="0.458"/>
              <dgm:constr type="h" for="ch" forName="Accent5" refType="h" fact="0.2663"/>
              <dgm:constr type="l" for="ch" forName="Parent1" refType="w" fact="0.1171"/>
              <dgm:constr type="t" for="ch" forName="Parent1" refType="h" fact="0.1122"/>
              <dgm:constr type="w" for="ch" forName="Parent1" refType="w" fact="0.2975"/>
              <dgm:constr type="h" for="ch" forName="Parent1" refType="h" fact="0.0864"/>
              <dgm:constr type="l" for="ch" forName="Parent2" refType="w" fact="0.2658"/>
              <dgm:constr type="t" for="ch" forName="Parent2" refType="h" fact="0.2906"/>
              <dgm:constr type="w" for="ch" forName="Parent2" refType="w" fact="0.2975"/>
              <dgm:constr type="h" for="ch" forName="Parent2" refType="h" fact="0.0864"/>
              <dgm:constr type="l" for="ch" forName="Parent3" refType="w" fact="0.1171"/>
              <dgm:constr type="t" for="ch" forName="Parent3" refType="h" fact="0.4689"/>
              <dgm:constr type="w" for="ch" forName="Parent3" refType="w" fact="0.2975"/>
              <dgm:constr type="h" for="ch" forName="Parent3" refType="h" fact="0.0864"/>
              <dgm:constr type="l" for="ch" forName="Parent4" refType="w" fact="0.2658"/>
              <dgm:constr type="t" for="ch" forName="Parent4" refType="h" fact="0.6473"/>
              <dgm:constr type="w" for="ch" forName="Parent4" refType="w" fact="0.2975"/>
              <dgm:constr type="h" for="ch" forName="Parent4" refType="h" fact="0.0864"/>
              <dgm:constr type="l" for="ch" forName="Parent5" refType="w" fact="0.1171"/>
              <dgm:constr type="t" for="ch" forName="Parent5" refType="h" fact="0.8257"/>
              <dgm:constr type="w" for="ch" forName="Parent5" refType="w" fact="0.2975"/>
              <dgm:constr type="h" for="ch" forName="Parent5" refType="h" fact="0.0864"/>
              <dgm:constr type="l" for="ch" forName="Child1" refType="w" fact="0.5348"/>
              <dgm:constr type="t" for="ch" forName="Child1" refType="h" fact="0.0919"/>
              <dgm:constr type="w" for="ch" forName="Child1" refType="w" fact="0.3196"/>
              <dgm:constr type="h" for="ch" forName="Child1" refType="h" fact="0.1232"/>
              <dgm:constr type="l" for="ch" forName="Child2" refType="w" fact="0.6804"/>
              <dgm:constr type="t" for="ch" forName="Child2" refType="h" fact="0.2722"/>
              <dgm:constr type="w" for="ch" forName="Child2" refType="w" fact="0.3196"/>
              <dgm:constr type="h" for="ch" forName="Child2" refType="h" fact="0.1232"/>
              <dgm:constr type="l" for="ch" forName="Child3" refType="w" fact="0.5348"/>
              <dgm:constr type="t" for="ch" forName="Child3" refType="h" fact="0.4487"/>
              <dgm:constr type="w" for="ch" forName="Child3" refType="w" fact="0.3196"/>
              <dgm:constr type="h" for="ch" forName="Child3" refType="h" fact="0.1232"/>
              <dgm:constr type="l" for="ch" forName="Child4" refType="w" fact="0.6804"/>
              <dgm:constr type="t" for="ch" forName="Child4" refType="h" fact="0.6271"/>
              <dgm:constr type="w" for="ch" forName="Child4" refType="w" fact="0.3196"/>
              <dgm:constr type="h" for="ch" forName="Child4" refType="h" fact="0.1232"/>
              <dgm:constr type="l" for="ch" forName="Child5" refType="w" fact="0.5348"/>
              <dgm:constr type="t" for="ch" forName="Child5" refType="h" fact="0.8073"/>
              <dgm:constr type="w" for="ch" forName="Child5" refType="w" fact="0.3196"/>
              <dgm:constr type="h" for="ch" forName="Child5" refType="h" fact="0.1232"/>
            </dgm:constrLst>
          </dgm:if>
          <dgm:if name="Name18"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
              <dgm:constr type="t" for="ch" forName="Accent1" refType="h" fact="0"/>
              <dgm:constr type="w" for="ch" forName="Accent1" refType="w" fact="0.5331"/>
              <dgm:constr type="h" for="ch" forName="Accent1" refType="h" fact="0.2629"/>
              <dgm:constr type="l" for="ch" forName="Accent2" refType="w" fact="0.1481"/>
              <dgm:constr type="t" for="ch" forName="Accent2" refType="h" fact="0.1511"/>
              <dgm:constr type="w" for="ch" forName="Accent2" refType="w" fact="0.5331"/>
              <dgm:constr type="h" for="ch" forName="Accent2" refType="h" fact="0.2629"/>
              <dgm:constr type="l" for="ch" forName="Accent3" refType="w" fact="0"/>
              <dgm:constr type="t" for="ch" forName="Accent3" refType="h" fact="0.3027"/>
              <dgm:constr type="w" for="ch" forName="Accent3" refType="w" fact="0.5331"/>
              <dgm:constr type="h" for="ch" forName="Accent3" refType="h" fact="0.2629"/>
              <dgm:constr type="l" for="ch" forName="Accent4" refType="w" fact="0.1481"/>
              <dgm:constr type="t" for="ch" forName="Accent4" refType="h" fact="0.4541"/>
              <dgm:constr type="w" for="ch" forName="Accent4" refType="w" fact="0.5331"/>
              <dgm:constr type="h" for="ch" forName="Accent4" refType="h" fact="0.2629"/>
              <dgm:constr type="l" for="ch" forName="Accent5" refType="w" fact="0"/>
              <dgm:constr type="t" for="ch" forName="Accent5" refType="h" fact="0.6053"/>
              <dgm:constr type="w" for="ch" forName="Accent5" refType="w" fact="0.5331"/>
              <dgm:constr type="h" for="ch" forName="Accent5" refType="h" fact="0.2629"/>
              <dgm:constr type="l" for="ch" forName="Accent6" refType="w" fact="0.186"/>
              <dgm:constr type="t" for="ch" forName="Accent6" refType="h" fact="0.774"/>
              <dgm:constr type="w" for="ch" forName="Accent6" refType="w" fact="0.458"/>
              <dgm:constr type="h" for="ch" forName="Accent6" refType="h" fact="0.226"/>
              <dgm:constr type="l" for="ch" forName="Parent1" refType="w" fact="0.1171"/>
              <dgm:constr type="t" for="ch" forName="Parent1" refType="h" fact="0.0952"/>
              <dgm:constr type="w" for="ch" forName="Parent1" refType="w" fact="0.2975"/>
              <dgm:constr type="h" for="ch" forName="Parent1" refType="h" fact="0.0733"/>
              <dgm:constr type="l" for="ch" forName="Parent2" refType="w" fact="0.2658"/>
              <dgm:constr type="t" for="ch" forName="Parent2" refType="h" fact="0.2466"/>
              <dgm:constr type="w" for="ch" forName="Parent2" refType="w" fact="0.2975"/>
              <dgm:constr type="h" for="ch" forName="Parent2" refType="h" fact="0.0733"/>
              <dgm:constr type="l" for="ch" forName="Parent3" refType="w" fact="0.1171"/>
              <dgm:constr type="t" for="ch" forName="Parent3" refType="h" fact="0.3979"/>
              <dgm:constr type="w" for="ch" forName="Parent3" refType="w" fact="0.2975"/>
              <dgm:constr type="h" for="ch" forName="Parent3" refType="h" fact="0.0733"/>
              <dgm:constr type="l" for="ch" forName="Parent4" refType="w" fact="0.2658"/>
              <dgm:constr type="t" for="ch" forName="Parent4" refType="h" fact="0.5493"/>
              <dgm:constr type="w" for="ch" forName="Parent4" refType="w" fact="0.2975"/>
              <dgm:constr type="h" for="ch" forName="Parent4" refType="h" fact="0.0733"/>
              <dgm:constr type="l" for="ch" forName="Parent5" refType="w" fact="0.1171"/>
              <dgm:constr type="t" for="ch" forName="Parent5" refType="h" fact="0.7005"/>
              <dgm:constr type="w" for="ch" forName="Parent5" refType="w" fact="0.2975"/>
              <dgm:constr type="h" for="ch" forName="Parent5" refType="h" fact="0.0733"/>
              <dgm:constr type="l" for="ch" forName="Parent6" refType="w" fact="0.2658"/>
              <dgm:constr type="t" for="ch" forName="Parent6" refType="h" fact="0.8519"/>
              <dgm:constr type="w" for="ch" forName="Parent6" refType="w" fact="0.2975"/>
              <dgm:constr type="h" for="ch" forName="Parent6" refType="h" fact="0.0733"/>
              <dgm:constr type="l" for="ch" forName="Child1" refType="w" fact="0.5348"/>
              <dgm:constr type="t" for="ch" forName="Child1" refType="h" fact="0.078"/>
              <dgm:constr type="w" for="ch" forName="Child1" refType="w" fact="0.3196"/>
              <dgm:constr type="h" for="ch" forName="Child1" refType="h" fact="0.1046"/>
              <dgm:constr type="l" for="ch" forName="Child2" refType="w" fact="0.6804"/>
              <dgm:constr type="t" for="ch" forName="Child2" refType="h" fact="0.231"/>
              <dgm:constr type="w" for="ch" forName="Child2" refType="w" fact="0.3196"/>
              <dgm:constr type="h" for="ch" forName="Child2" refType="h" fact="0.1046"/>
              <dgm:constr type="l" for="ch" forName="Child3" refType="w" fact="0.5348"/>
              <dgm:constr type="t" for="ch" forName="Child3" refType="h" fact="0.3808"/>
              <dgm:constr type="w" for="ch" forName="Child3" refType="w" fact="0.3196"/>
              <dgm:constr type="h" for="ch" forName="Child3" refType="h" fact="0.1046"/>
              <dgm:constr type="l" for="ch" forName="Child4" refType="w" fact="0.6804"/>
              <dgm:constr type="t" for="ch" forName="Child4" refType="h" fact="0.5322"/>
              <dgm:constr type="w" for="ch" forName="Child4" refType="w" fact="0.3196"/>
              <dgm:constr type="h" for="ch" forName="Child4" refType="h" fact="0.1046"/>
              <dgm:constr type="l" for="ch" forName="Child5" refType="w" fact="0.5348"/>
              <dgm:constr type="t" for="ch" forName="Child5" refType="h" fact="0.6833"/>
              <dgm:constr type="w" for="ch" forName="Child5" refType="w" fact="0.3196"/>
              <dgm:constr type="h" for="ch" forName="Child5" refType="h" fact="0.1046"/>
              <dgm:constr type="l" for="ch" forName="Child6" refType="w" fact="0.6804"/>
              <dgm:constr type="t" for="ch" forName="Child6" refType="h" fact="0.8347"/>
              <dgm:constr type="w" for="ch" forName="Child6" refType="w" fact="0.3196"/>
              <dgm:constr type="h" for="ch" forName="Child6" refType="h" fact="0.1046"/>
            </dgm:constrLst>
          </dgm:if>
          <dgm:else name="Name19">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
              <dgm:constr type="t" for="ch" forName="Accent1" refType="h" fact="0"/>
              <dgm:constr type="w" for="ch" forName="Accent1" refType="w" fact="0.5331"/>
              <dgm:constr type="h" for="ch" forName="Accent1" refType="h" fact="0.2284"/>
              <dgm:constr type="l" for="ch" forName="Accent2" refType="w" fact="0.1481"/>
              <dgm:constr type="t" for="ch" forName="Accent2" refType="h" fact="0.1312"/>
              <dgm:constr type="w" for="ch" forName="Accent2" refType="w" fact="0.5331"/>
              <dgm:constr type="h" for="ch" forName="Accent2" refType="h" fact="0.2284"/>
              <dgm:constr type="l" for="ch" forName="Accent3" refType="w" fact="0"/>
              <dgm:constr type="t" for="ch" forName="Accent3" refType="h" fact="0.263"/>
              <dgm:constr type="w" for="ch" forName="Accent3" refType="w" fact="0.5331"/>
              <dgm:constr type="h" for="ch" forName="Accent3" refType="h" fact="0.2284"/>
              <dgm:constr type="l" for="ch" forName="Accent4" refType="w" fact="0.1481"/>
              <dgm:constr type="t" for="ch" forName="Accent4" refType="h" fact="0.3945"/>
              <dgm:constr type="w" for="ch" forName="Accent4" refType="w" fact="0.5331"/>
              <dgm:constr type="h" for="ch" forName="Accent4" refType="h" fact="0.2284"/>
              <dgm:constr type="l" for="ch" forName="Accent5" refType="w" fact="0"/>
              <dgm:constr type="t" for="ch" forName="Accent5" refType="h" fact="0.5258"/>
              <dgm:constr type="w" for="ch" forName="Accent5" refType="w" fact="0.5331"/>
              <dgm:constr type="h" for="ch" forName="Accent5" refType="h" fact="0.2284"/>
              <dgm:constr type="l" for="ch" forName="Accent6" refType="w" fact="0.1481"/>
              <dgm:constr type="t" for="ch" forName="Accent6" refType="h" fact="0.6573"/>
              <dgm:constr type="w" for="ch" forName="Accent6" refType="w" fact="0.5331"/>
              <dgm:constr type="h" for="ch" forName="Accent6" refType="h" fact="0.2284"/>
              <dgm:constr type="l" for="ch" forName="Accent7" refType="w" fact="0.0378"/>
              <dgm:constr type="t" for="ch" forName="Accent7" refType="h" fact="0.8037"/>
              <dgm:constr type="w" for="ch" forName="Accent7" refType="w" fact="0.458"/>
              <dgm:constr type="h" for="ch" forName="Accent7" refType="h" fact="0.1963"/>
              <dgm:constr type="l" for="ch" forName="Parent1" refType="w" fact="0.1171"/>
              <dgm:constr type="t" for="ch" forName="Parent1" refType="h" fact="0.0827"/>
              <dgm:constr type="w" for="ch" forName="Parent1" refType="w" fact="0.2975"/>
              <dgm:constr type="h" for="ch" forName="Parent1" refType="h" fact="0.0637"/>
              <dgm:constr type="l" for="ch" forName="Parent2" refType="w" fact="0.2658"/>
              <dgm:constr type="t" for="ch" forName="Parent2" refType="h" fact="0.2142"/>
              <dgm:constr type="w" for="ch" forName="Parent2" refType="w" fact="0.2975"/>
              <dgm:constr type="h" for="ch" forName="Parent2" refType="h" fact="0.0637"/>
              <dgm:constr type="l" for="ch" forName="Parent3" refType="w" fact="0.1171"/>
              <dgm:constr type="t" for="ch" forName="Parent3" refType="h" fact="0.3457"/>
              <dgm:constr type="w" for="ch" forName="Parent3" refType="w" fact="0.2975"/>
              <dgm:constr type="h" for="ch" forName="Parent3" refType="h" fact="0.0637"/>
              <dgm:constr type="l" for="ch" forName="Parent4" refType="w" fact="0.2658"/>
              <dgm:constr type="t" for="ch" forName="Parent4" refType="h" fact="0.4772"/>
              <dgm:constr type="w" for="ch" forName="Parent4" refType="w" fact="0.2975"/>
              <dgm:constr type="h" for="ch" forName="Parent4" refType="h" fact="0.0637"/>
              <dgm:constr type="l" for="ch" forName="Parent5" refType="w" fact="0.1171"/>
              <dgm:constr type="t" for="ch" forName="Parent5" refType="h" fact="0.6085"/>
              <dgm:constr type="w" for="ch" forName="Parent5" refType="w" fact="0.2975"/>
              <dgm:constr type="h" for="ch" forName="Parent5" refType="h" fact="0.0637"/>
              <dgm:constr type="l" for="ch" forName="Parent6" refType="w" fact="0.2658"/>
              <dgm:constr type="t" for="ch" forName="Parent6" refType="h" fact="0.74"/>
              <dgm:constr type="w" for="ch" forName="Parent6" refType="w" fact="0.2975"/>
              <dgm:constr type="h" for="ch" forName="Parent6" refType="h" fact="0.0637"/>
              <dgm:constr type="l" for="ch" forName="Parent7" refType="w" fact="0.1171"/>
              <dgm:constr type="t" for="ch" forName="Parent7" refType="h" fact="0.8715"/>
              <dgm:constr type="w" for="ch" forName="Parent7" refType="w" fact="0.2975"/>
              <dgm:constr type="h" for="ch" forName="Parent7" refType="h" fact="0.0637"/>
              <dgm:constr type="l" for="ch" forName="Child1" refType="w" fact="0.5348"/>
              <dgm:constr type="t" for="ch" forName="Child1" refType="h" fact="0.0678"/>
              <dgm:constr type="w" for="ch" forName="Child1" refType="w" fact="0.3196"/>
              <dgm:constr type="h" for="ch" forName="Child1" refType="h" fact="0.0908"/>
              <dgm:constr type="l" for="ch" forName="Child2" refType="w" fact="0.6804"/>
              <dgm:constr type="t" for="ch" forName="Child2" refType="h" fact="0.2006"/>
              <dgm:constr type="w" for="ch" forName="Child2" refType="w" fact="0.3196"/>
              <dgm:constr type="h" for="ch" forName="Child2" refType="h" fact="0.0908"/>
              <dgm:constr type="l" for="ch" forName="Child3" refType="w" fact="0.5348"/>
              <dgm:constr type="t" for="ch" forName="Child3" refType="h" fact="0.3308"/>
              <dgm:constr type="w" for="ch" forName="Child3" refType="w" fact="0.3196"/>
              <dgm:constr type="h" for="ch" forName="Child3" refType="h" fact="0.0908"/>
              <dgm:constr type="l" for="ch" forName="Child4" refType="w" fact="0.6804"/>
              <dgm:constr type="t" for="ch" forName="Child4" refType="h" fact="0.4623"/>
              <dgm:constr type="w" for="ch" forName="Child4" refType="w" fact="0.3196"/>
              <dgm:constr type="h" for="ch" forName="Child4" refType="h" fact="0.0908"/>
              <dgm:constr type="l" for="ch" forName="Child5" refType="w" fact="0.5348"/>
              <dgm:constr type="t" for="ch" forName="Child5" refType="h" fact="0.5936"/>
              <dgm:constr type="w" for="ch" forName="Child5" refType="w" fact="0.3196"/>
              <dgm:constr type="h" for="ch" forName="Child5" refType="h" fact="0.0908"/>
              <dgm:constr type="l" for="ch" forName="Child6" refType="w" fact="0.6804"/>
              <dgm:constr type="t" for="ch" forName="Child6" refType="h" fact="0.7251"/>
              <dgm:constr type="w" for="ch" forName="Child6" refType="w" fact="0.3196"/>
              <dgm:constr type="h" for="ch" forName="Child6" refType="h" fact="0.0908"/>
              <dgm:constr type="l" for="ch" forName="Child7" refType="w" fact="0.5348"/>
              <dgm:constr type="t" for="ch" forName="Child7" refType="h" fact="0.8579"/>
              <dgm:constr type="w" for="ch" forName="Child7" refType="w" fact="0.3196"/>
              <dgm:constr type="h" for="ch" forName="Child7" refType="h" fact="0.0908"/>
            </dgm:constrLst>
          </dgm:else>
        </dgm:choose>
      </dgm:else>
    </dgm:choose>
    <dgm:forEach name="wrapper" axis="self" ptType="parTrans">
      <dgm:forEach name="accentRepeat" axis="self">
        <dgm:layoutNode name="Accent" styleLbl="node1">
          <dgm:alg type="sp"/>
          <dgm:choose name="Name20">
            <dgm:if name="Name21" func="var" arg="dir" op="equ" val="norm">
              <dgm:choose name="Name22">
                <dgm:if name="Name23" axis="precedSib" ptType="node" func="cnt" op="equ" val="0">
                  <dgm:choose name="Name24">
                    <dgm:if name="Name25" axis="followSib" ptType="node" func="cnt" op="equ" val="0">
                      <dgm:shape xmlns:r="http://schemas.openxmlformats.org/officeDocument/2006/relationships" type="circularArrow" r:blip="">
                        <dgm:adjLst>
                          <dgm:adj idx="1" val="0.1098"/>
                          <dgm:adj idx="2" val="19.0387"/>
                          <dgm:adj idx="3" val="150"/>
                          <dgm:adj idx="4" val="180"/>
                          <dgm:adj idx="5" val="0.125"/>
                        </dgm:adjLst>
                      </dgm:shape>
                    </dgm:if>
                    <dgm:else name="Name26">
                      <dgm:shape xmlns:r="http://schemas.openxmlformats.org/officeDocument/2006/relationships" type="circularArrow" r:blip="">
                        <dgm:adjLst>
                          <dgm:adj idx="1" val="0.1098"/>
                          <dgm:adj idx="2" val="19.0387"/>
                          <dgm:adj idx="3" val="75"/>
                          <dgm:adj idx="4" val="180"/>
                          <dgm:adj idx="5" val="0.125"/>
                        </dgm:adjLst>
                      </dgm:shape>
                    </dgm:else>
                  </dgm:choose>
                </dgm:if>
                <dgm:else name="Name27">
                  <dgm:choose name="Name28">
                    <dgm:if name="Name29" axis="followSib" ptType="node" func="cnt" op="equ" val="0">
                      <dgm:choose name="Name30">
                        <dgm:if name="Name31" axis="precedSib" ptType="node" func="cnt" op="equ" val="1">
                          <dgm:shape xmlns:r="http://schemas.openxmlformats.org/officeDocument/2006/relationships" type="blockArc" r:blip="">
                            <dgm:adjLst>
                              <dgm:adj idx="1" val="0"/>
                              <dgm:adj idx="2" val="-45"/>
                              <dgm:adj idx="3" val="0.1274"/>
                            </dgm:adjLst>
                          </dgm:shape>
                        </dgm:if>
                        <dgm:if name="Name32" axis="precedSib" ptType="node" func="cnt" op="equ" val="2">
                          <dgm:shape xmlns:r="http://schemas.openxmlformats.org/officeDocument/2006/relationships" type="blockArc" r:blip="">
                            <dgm:adjLst>
                              <dgm:adj idx="1" val="-135"/>
                              <dgm:adj idx="2" val="180"/>
                              <dgm:adj idx="3" val="0.1274"/>
                            </dgm:adjLst>
                          </dgm:shape>
                        </dgm:if>
                        <dgm:if name="Name33" axis="precedSib" ptType="node" func="cnt" op="equ" val="3">
                          <dgm:shape xmlns:r="http://schemas.openxmlformats.org/officeDocument/2006/relationships" type="blockArc" r:blip="">
                            <dgm:adjLst>
                              <dgm:adj idx="1" val="0"/>
                              <dgm:adj idx="2" val="-45"/>
                              <dgm:adj idx="3" val="0.1274"/>
                            </dgm:adjLst>
                          </dgm:shape>
                        </dgm:if>
                        <dgm:if name="Name34" axis="precedSib" ptType="node" func="cnt" op="equ" val="4">
                          <dgm:shape xmlns:r="http://schemas.openxmlformats.org/officeDocument/2006/relationships" type="blockArc" r:blip="">
                            <dgm:adjLst>
                              <dgm:adj idx="1" val="-135"/>
                              <dgm:adj idx="2" val="180"/>
                              <dgm:adj idx="3" val="0.1274"/>
                            </dgm:adjLst>
                          </dgm:shape>
                        </dgm:if>
                        <dgm:if name="Name35" axis="precedSib" ptType="node" func="cnt" op="equ" val="5">
                          <dgm:shape xmlns:r="http://schemas.openxmlformats.org/officeDocument/2006/relationships" type="blockArc" r:blip="">
                            <dgm:adjLst>
                              <dgm:adj idx="1" val="0"/>
                              <dgm:adj idx="2" val="-45"/>
                              <dgm:adj idx="3" val="0.1274"/>
                            </dgm:adjLst>
                          </dgm:shape>
                        </dgm:if>
                        <dgm:if name="Name36" axis="precedSib" ptType="node" func="cnt" op="equ" val="6">
                          <dgm:shape xmlns:r="http://schemas.openxmlformats.org/officeDocument/2006/relationships" type="blockArc" r:blip="">
                            <dgm:adjLst>
                              <dgm:adj idx="1" val="-135"/>
                              <dgm:adj idx="2" val="180"/>
                              <dgm:adj idx="3" val="0.1274"/>
                            </dgm:adjLst>
                          </dgm:shape>
                        </dgm:if>
                        <dgm:else name="Name37"/>
                      </dgm:choose>
                    </dgm:if>
                    <dgm:else name="Name38">
                      <dgm:choose name="Name39">
                        <dgm:if name="Name40" axis="precedSib" ptType="node" func="cnt" op="equ" val="0">
                          <dgm:shape xmlns:r="http://schemas.openxmlformats.org/officeDocument/2006/relationships" type="blockArc" r:blip="">
                            <dgm:adjLst>
                              <dgm:adj idx="1" val="-133.1632"/>
                              <dgm:adj idx="2" val="65"/>
                              <dgm:adj idx="3" val="0.13"/>
                            </dgm:adjLst>
                          </dgm:shape>
                        </dgm:if>
                        <dgm:if name="Name41" axis="precedSib" ptType="node" func="cnt" op="equ" val="1">
                          <dgm:shape xmlns:r="http://schemas.openxmlformats.org/officeDocument/2006/relationships" type="leftCircularArrow" r:blip="">
                            <dgm:adjLst>
                              <dgm:adj idx="1" val="0.1098"/>
                              <dgm:adj idx="2" val="19.0387"/>
                              <dgm:adj idx="3" val="105"/>
                              <dgm:adj idx="4" val="-45"/>
                              <dgm:adj idx="5" val="0.125"/>
                            </dgm:adjLst>
                          </dgm:shape>
                        </dgm:if>
                        <dgm:if name="Name42" axis="precedSib" ptType="node" func="cnt" op="equ" val="2">
                          <dgm:shape xmlns:r="http://schemas.openxmlformats.org/officeDocument/2006/relationships" type="circularArrow" r:blip="">
                            <dgm:adjLst>
                              <dgm:adj idx="1" val="0.1098"/>
                              <dgm:adj idx="2" val="19.0387"/>
                              <dgm:adj idx="3" val="75"/>
                              <dgm:adj idx="4" val="-135"/>
                              <dgm:adj idx="5" val="0.125"/>
                            </dgm:adjLst>
                          </dgm:shape>
                        </dgm:if>
                        <dgm:if name="Name43" axis="precedSib" ptType="node" func="cnt" op="equ" val="3">
                          <dgm:shape xmlns:r="http://schemas.openxmlformats.org/officeDocument/2006/relationships" type="leftCircularArrow" r:blip="">
                            <dgm:adjLst>
                              <dgm:adj idx="1" val="0.1098"/>
                              <dgm:adj idx="2" val="19.0387"/>
                              <dgm:adj idx="3" val="105"/>
                              <dgm:adj idx="4" val="-45"/>
                              <dgm:adj idx="5" val="0.125"/>
                            </dgm:adjLst>
                          </dgm:shape>
                        </dgm:if>
                        <dgm:if name="Name44" axis="precedSib" ptType="node" func="cnt" op="equ" val="4">
                          <dgm:shape xmlns:r="http://schemas.openxmlformats.org/officeDocument/2006/relationships" type="circularArrow" r:blip="">
                            <dgm:adjLst>
                              <dgm:adj idx="1" val="0.1098"/>
                              <dgm:adj idx="2" val="19.0387"/>
                              <dgm:adj idx="3" val="75"/>
                              <dgm:adj idx="4" val="-135"/>
                              <dgm:adj idx="5" val="0.125"/>
                            </dgm:adjLst>
                          </dgm:shape>
                        </dgm:if>
                        <dgm:if name="Name45" axis="precedSib" ptType="node" func="cnt" op="equ" val="5">
                          <dgm:shape xmlns:r="http://schemas.openxmlformats.org/officeDocument/2006/relationships" type="leftCircularArrow" r:blip="">
                            <dgm:adjLst>
                              <dgm:adj idx="1" val="0.1098"/>
                              <dgm:adj idx="2" val="19.0387"/>
                              <dgm:adj idx="3" val="105"/>
                              <dgm:adj idx="4" val="-45"/>
                              <dgm:adj idx="5" val="0.125"/>
                            </dgm:adjLst>
                          </dgm:shape>
                        </dgm:if>
                        <dgm:if name="Name46" axis="precedSib" ptType="node" func="cnt" op="equ" val="6">
                          <dgm:shape xmlns:r="http://schemas.openxmlformats.org/officeDocument/2006/relationships" type="blockArc" r:blip="">
                            <dgm:adjLst>
                              <dgm:adj idx="1" val="-135"/>
                              <dgm:adj idx="2" val="180"/>
                              <dgm:adj idx="3" val="0.1274"/>
                            </dgm:adjLst>
                          </dgm:shape>
                        </dgm:if>
                        <dgm:else name="Name47"/>
                      </dgm:choose>
                    </dgm:else>
                  </dgm:choose>
                </dgm:else>
              </dgm:choose>
            </dgm:if>
            <dgm:else name="Name48">
              <dgm:choose name="Name49">
                <dgm:if name="Name50" axis="precedSib" ptType="node" func="cnt" op="equ" val="0">
                  <dgm:choose name="Name51">
                    <dgm:if name="Name52" axis="followSib" ptType="node" func="cnt" op="equ" val="0">
                      <dgm:shape xmlns:r="http://schemas.openxmlformats.org/officeDocument/2006/relationships" type="leftCircularArrow" r:blip="">
                        <dgm:adjLst>
                          <dgm:adj idx="1" val="0.1098"/>
                          <dgm:adj idx="2" val="19.0387"/>
                          <dgm:adj idx="3" val="30"/>
                          <dgm:adj idx="4" val="0"/>
                          <dgm:adj idx="5" val="0.125"/>
                        </dgm:adjLst>
                      </dgm:shape>
                    </dgm:if>
                    <dgm:else name="Name53">
                      <dgm:shape xmlns:r="http://schemas.openxmlformats.org/officeDocument/2006/relationships" type="leftCircularArrow" r:blip="">
                        <dgm:adjLst>
                          <dgm:adj idx="1" val="0.1098"/>
                          <dgm:adj idx="2" val="19.0387"/>
                          <dgm:adj idx="3" val="105"/>
                          <dgm:adj idx="4" val="0"/>
                          <dgm:adj idx="5" val="0.125"/>
                        </dgm:adjLst>
                      </dgm:shape>
                    </dgm:else>
                  </dgm:choose>
                </dgm:if>
                <dgm:else name="Name54">
                  <dgm:choose name="Name55">
                    <dgm:if name="Name56" axis="followSib" ptType="node" func="cnt" op="equ" val="0">
                      <dgm:choose name="Name57">
                        <dgm:if name="Name58" axis="precedSib" ptType="node" func="cnt" op="equ" val="1">
                          <dgm:shape xmlns:r="http://schemas.openxmlformats.org/officeDocument/2006/relationships" type="blockArc" r:blip="">
                            <dgm:adjLst>
                              <dgm:adj idx="1" val="-135"/>
                              <dgm:adj idx="2" val="180"/>
                              <dgm:adj idx="3" val="0.1274"/>
                            </dgm:adjLst>
                          </dgm:shape>
                        </dgm:if>
                        <dgm:if name="Name59" axis="precedSib" ptType="node" func="cnt" op="equ" val="2">
                          <dgm:shape xmlns:r="http://schemas.openxmlformats.org/officeDocument/2006/relationships" type="blockArc" r:blip="">
                            <dgm:adjLst>
                              <dgm:adj idx="1" val="0"/>
                              <dgm:adj idx="2" val="-45"/>
                              <dgm:adj idx="3" val="0.1274"/>
                            </dgm:adjLst>
                          </dgm:shape>
                        </dgm:if>
                        <dgm:if name="Name60" axis="precedSib" ptType="node" func="cnt" op="equ" val="3">
                          <dgm:shape xmlns:r="http://schemas.openxmlformats.org/officeDocument/2006/relationships" type="blockArc" r:blip="">
                            <dgm:adjLst>
                              <dgm:adj idx="1" val="-135"/>
                              <dgm:adj idx="2" val="180"/>
                              <dgm:adj idx="3" val="0.1274"/>
                            </dgm:adjLst>
                          </dgm:shape>
                        </dgm:if>
                        <dgm:if name="Name61" axis="precedSib" ptType="node" func="cnt" op="equ" val="4">
                          <dgm:shape xmlns:r="http://schemas.openxmlformats.org/officeDocument/2006/relationships" type="blockArc" r:blip="">
                            <dgm:adjLst>
                              <dgm:adj idx="1" val="0"/>
                              <dgm:adj idx="2" val="-45"/>
                              <dgm:adj idx="3" val="0.1274"/>
                            </dgm:adjLst>
                          </dgm:shape>
                        </dgm:if>
                        <dgm:if name="Name62" axis="precedSib" ptType="node" func="cnt" op="equ" val="5">
                          <dgm:shape xmlns:r="http://schemas.openxmlformats.org/officeDocument/2006/relationships" type="blockArc" r:blip="">
                            <dgm:adjLst>
                              <dgm:adj idx="1" val="-135"/>
                              <dgm:adj idx="2" val="180"/>
                              <dgm:adj idx="3" val="0.1274"/>
                            </dgm:adjLst>
                          </dgm:shape>
                        </dgm:if>
                        <dgm:if name="Name63" axis="precedSib" ptType="node" func="cnt" op="equ" val="6">
                          <dgm:shape xmlns:r="http://schemas.openxmlformats.org/officeDocument/2006/relationships" type="blockArc" r:blip="">
                            <dgm:adjLst>
                              <dgm:adj idx="1" val="0"/>
                              <dgm:adj idx="2" val="-45"/>
                              <dgm:adj idx="3" val="0.1274"/>
                            </dgm:adjLst>
                          </dgm:shape>
                        </dgm:if>
                        <dgm:else name="Name64"/>
                      </dgm:choose>
                    </dgm:if>
                    <dgm:else name="Name65">
                      <dgm:choose name="Name66">
                        <dgm:if name="Name67" axis="precedSib" ptType="node" func="cnt" op="equ" val="0">
                          <dgm:shape xmlns:r="http://schemas.openxmlformats.org/officeDocument/2006/relationships" type="blockArc" r:blip="">
                            <dgm:adjLst>
                              <dgm:adj idx="1" val="-133.1632"/>
                              <dgm:adj idx="2" val="65"/>
                              <dgm:adj idx="3" val="0.13"/>
                            </dgm:adjLst>
                          </dgm:shape>
                        </dgm:if>
                        <dgm:if name="Name68" axis="precedSib" ptType="node" func="cnt" op="equ" val="1">
                          <dgm:shape xmlns:r="http://schemas.openxmlformats.org/officeDocument/2006/relationships" type="circularArrow" r:blip="">
                            <dgm:adjLst>
                              <dgm:adj idx="1" val="0.1098"/>
                              <dgm:adj idx="2" val="19.0387"/>
                              <dgm:adj idx="3" val="75"/>
                              <dgm:adj idx="4" val="-135"/>
                              <dgm:adj idx="5" val="0.125"/>
                            </dgm:adjLst>
                          </dgm:shape>
                        </dgm:if>
                        <dgm:if name="Name69" axis="precedSib" ptType="node" func="cnt" op="equ" val="2">
                          <dgm:shape xmlns:r="http://schemas.openxmlformats.org/officeDocument/2006/relationships" type="leftCircularArrow" r:blip="">
                            <dgm:adjLst>
                              <dgm:adj idx="1" val="0.1098"/>
                              <dgm:adj idx="2" val="19.0387"/>
                              <dgm:adj idx="3" val="105"/>
                              <dgm:adj idx="4" val="-45"/>
                              <dgm:adj idx="5" val="0.125"/>
                            </dgm:adjLst>
                          </dgm:shape>
                        </dgm:if>
                        <dgm:if name="Name70" axis="precedSib" ptType="node" func="cnt" op="equ" val="3">
                          <dgm:shape xmlns:r="http://schemas.openxmlformats.org/officeDocument/2006/relationships" type="circularArrow" r:blip="">
                            <dgm:adjLst>
                              <dgm:adj idx="1" val="0.1098"/>
                              <dgm:adj idx="2" val="19.0387"/>
                              <dgm:adj idx="3" val="75"/>
                              <dgm:adj idx="4" val="-135"/>
                              <dgm:adj idx="5" val="0.125"/>
                            </dgm:adjLst>
                          </dgm:shape>
                        </dgm:if>
                        <dgm:if name="Name71" axis="precedSib" ptType="node" func="cnt" op="equ" val="4">
                          <dgm:shape xmlns:r="http://schemas.openxmlformats.org/officeDocument/2006/relationships" type="leftCircularArrow" r:blip="">
                            <dgm:adjLst>
                              <dgm:adj idx="1" val="0.1098"/>
                              <dgm:adj idx="2" val="19.0387"/>
                              <dgm:adj idx="3" val="105"/>
                              <dgm:adj idx="4" val="-45"/>
                              <dgm:adj idx="5" val="0.125"/>
                            </dgm:adjLst>
                          </dgm:shape>
                        </dgm:if>
                        <dgm:if name="Name72" axis="precedSib" ptType="node" func="cnt" op="equ" val="5">
                          <dgm:shape xmlns:r="http://schemas.openxmlformats.org/officeDocument/2006/relationships" type="circularArrow" r:blip="">
                            <dgm:adjLst>
                              <dgm:adj idx="1" val="0.1098"/>
                              <dgm:adj idx="2" val="19.0387"/>
                              <dgm:adj idx="3" val="75"/>
                              <dgm:adj idx="4" val="-135"/>
                              <dgm:adj idx="5" val="0.125"/>
                            </dgm:adjLst>
                          </dgm:shape>
                        </dgm:if>
                        <dgm:if name="Name73" axis="precedSib" ptType="node" func="cnt" op="equ" val="6">
                          <dgm:shape xmlns:r="http://schemas.openxmlformats.org/officeDocument/2006/relationships" type="blockArc" r:blip="">
                            <dgm:adjLst>
                              <dgm:adj idx="1" val="0"/>
                              <dgm:adj idx="2" val="-45"/>
                              <dgm:adj idx="3" val="0.1274"/>
                            </dgm:adjLst>
                          </dgm:shape>
                        </dgm:if>
                        <dgm:else name="Name74"/>
                      </dgm:choose>
                    </dgm:else>
                  </dgm:choose>
                </dgm:else>
              </dgm:choose>
            </dgm:else>
          </dgm:choose>
          <dgm:presOf/>
        </dgm:layoutNode>
      </dgm:forEach>
    </dgm:forEach>
    <dgm:forEach name="Name75" axis="ch" ptType="node" cnt="1">
      <dgm:layoutNode name="Accent1">
        <dgm:alg type="sp"/>
        <dgm:shape xmlns:r="http://schemas.openxmlformats.org/officeDocument/2006/relationships" r:blip="">
          <dgm:adjLst/>
        </dgm:shape>
        <dgm:presOf/>
        <dgm:constrLst/>
        <dgm:forEach name="Name76" ref="accentRepeat"/>
      </dgm:layoutNode>
      <dgm:choose name="Name77">
        <dgm:if name="Name78" axis="ch" ptType="node" func="cnt" op="gte" val="1">
          <dgm:layoutNode name="Child1"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79"/>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0" axis="ch" ptType="node" st="2" cnt="1">
      <dgm:layoutNode name="Accent2">
        <dgm:alg type="sp"/>
        <dgm:shape xmlns:r="http://schemas.openxmlformats.org/officeDocument/2006/relationships" r:blip="">
          <dgm:adjLst/>
        </dgm:shape>
        <dgm:presOf/>
        <dgm:constrLst/>
        <dgm:forEach name="Name81" ref="accentRepeat"/>
      </dgm:layoutNode>
      <dgm:choose name="Name82">
        <dgm:if name="Name83" axis="ch" ptType="node" func="cnt" op="gte" val="1">
          <dgm:layoutNode name="Child2"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4"/>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choose name="Name87">
        <dgm:if name="Name88" axis="ch" ptType="node" func="cnt" op="gte" val="1">
          <dgm:layoutNode name="Child3"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9"/>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0" axis="ch" ptType="node" st="4" cnt="1">
      <dgm:layoutNode name="Accent4">
        <dgm:alg type="sp"/>
        <dgm:shape xmlns:r="http://schemas.openxmlformats.org/officeDocument/2006/relationships" r:blip="">
          <dgm:adjLst/>
        </dgm:shape>
        <dgm:presOf/>
        <dgm:constrLst/>
        <dgm:forEach name="Name91" ref="accentRepeat"/>
      </dgm:layoutNode>
      <dgm:choose name="Name92">
        <dgm:if name="Name93" axis="ch" ptType="node" func="cnt" op="gte" val="1">
          <dgm:layoutNode name="Child4"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5" axis="ch" ptType="node" st="5" cnt="1">
      <dgm:layoutNode name="Accent5">
        <dgm:alg type="sp"/>
        <dgm:shape xmlns:r="http://schemas.openxmlformats.org/officeDocument/2006/relationships" r:blip="">
          <dgm:adjLst/>
        </dgm:shape>
        <dgm:presOf/>
        <dgm:constrLst/>
        <dgm:forEach name="Name96" ref="accentRepeat"/>
      </dgm:layoutNode>
      <dgm:choose name="Name97">
        <dgm:if name="Name98" axis="ch" ptType="node" func="cnt" op="gte" val="1">
          <dgm:layoutNode name="Child5"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9"/>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0" axis="ch" ptType="node" st="6" cnt="1">
      <dgm:layoutNode name="Accent6">
        <dgm:alg type="sp"/>
        <dgm:shape xmlns:r="http://schemas.openxmlformats.org/officeDocument/2006/relationships" r:blip="">
          <dgm:adjLst/>
        </dgm:shape>
        <dgm:presOf/>
        <dgm:constrLst/>
        <dgm:forEach name="Name101" ref="accentRepeat"/>
      </dgm:layoutNode>
      <dgm:choose name="Name102">
        <dgm:if name="Name103" axis="ch" ptType="node" func="cnt" op="gte" val="1">
          <dgm:layoutNode name="Child6"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4"/>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5" axis="ch" ptType="node" st="7" cnt="1">
      <dgm:layoutNode name="Accent7">
        <dgm:alg type="sp"/>
        <dgm:shape xmlns:r="http://schemas.openxmlformats.org/officeDocument/2006/relationships" r:blip="">
          <dgm:adjLst/>
        </dgm:shape>
        <dgm:presOf/>
        <dgm:constrLst/>
        <dgm:forEach name="Name106" ref="accentRepeat"/>
      </dgm:layoutNode>
      <dgm:choose name="Name107">
        <dgm:if name="Name108" axis="ch" ptType="node" func="cnt" op="gte" val="1">
          <dgm:layoutNode name="Child7"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9"/>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layoutNode>
</dgm:layoutDef>
</file>

<file path=ppt/diagrams/layout3.xml><?xml version="1.0" encoding="utf-8"?>
<dgm:layoutDef xmlns:dgm="http://schemas.openxmlformats.org/drawingml/2006/diagram" xmlns:a="http://schemas.openxmlformats.org/drawingml/2006/main" uniqueId="urn:microsoft.com/office/officeart/2009/layout/CircleArrowProcess">
  <dgm:title val=""/>
  <dgm:desc val=""/>
  <dgm:catLst>
    <dgm:cat type="process" pri="16500"/>
    <dgm:cat type="cycle" pri="16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7"/>
      <dgm:chPref val="7"/>
      <dgm:dir/>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5"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1144"/>
              <dgm:constr type="t" for="ch" forName="Accent1" refType="h" fact="0"/>
              <dgm:constr type="w" for="ch" forName="Accent1" refType="w" fact="0.5542"/>
              <dgm:constr type="h" for="ch" forName="Accent1" refType="h" fact="0.6665"/>
              <dgm:constr type="l" for="ch" forName="Parent1" refType="w" fact="0.2368"/>
              <dgm:constr type="t" for="ch" forName="Parent1" refType="h" fact="0.2413"/>
              <dgm:constr type="w" for="ch" forName="Parent1" refType="w" fact="0.3092"/>
              <dgm:constr type="h" for="ch" forName="Parent1" refType="h" fact="0.1859"/>
              <dgm:constr type="l" for="ch" forName="Parent2" refType="w" fact="0.0822"/>
              <dgm:constr type="t" for="ch" forName="Parent2" refType="h" fact="0.625"/>
              <dgm:constr type="w" for="ch" forName="Parent2" refType="w" fact="0.3092"/>
              <dgm:constr type="h" for="ch" forName="Parent2" refType="h" fact="0.1859"/>
              <dgm:constr type="l" for="ch" forName="Child1" refType="w" fact="0.6678"/>
              <dgm:constr type="t" for="ch" forName="Child1" refType="h" fact="0.1978"/>
              <dgm:constr type="w" for="ch" forName="Child1" refType="w" fact="0.3322"/>
              <dgm:constr type="h" for="ch" forName="Child1" refType="h" fact="0.265"/>
              <dgm:constr type="l" for="ch" forName="Child2" refType="w" fact="0.5164"/>
              <dgm:constr type="t" for="ch" forName="Child2" refType="h" fact="0.5855"/>
              <dgm:constr type="w" for="ch" forName="Child2" refType="w" fact="0.3322"/>
              <dgm:constr type="h" for="ch" forName="Child2" refType="h" fact="0.265"/>
              <dgm:constr type="l" for="ch" forName="Accent2" refType="w" fact="0"/>
              <dgm:constr type="t" for="ch" forName="Accent2" refType="h" fact="0.4272"/>
              <dgm:constr type="w" for="ch" forName="Accent2" refType="w" fact="0.4761"/>
              <dgm:constr type="h" for="ch" forName="Accent2" refType="h" fact="0.5728"/>
            </dgm:constrLst>
          </dgm:if>
          <dgm:if name="Name6"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1479"/>
              <dgm:constr type="t" for="ch" forName="Accent1" refType="h" fact="0"/>
              <dgm:constr type="w" for="ch" forName="Accent1" refType="w" fact="0.5325"/>
              <dgm:constr type="h" for="ch" forName="Accent1" refType="h" fact="0.4814"/>
              <dgm:constr type="l" for="ch" forName="Accent2" refType="w" fact="0"/>
              <dgm:constr type="t" for="ch" forName="Accent2" refType="h" fact="0.2766"/>
              <dgm:constr type="w" for="ch" forName="Accent2" refType="w" fact="0.5325"/>
              <dgm:constr type="h" for="ch" forName="Accent2" refType="h" fact="0.4814"/>
              <dgm:constr type="l" for="ch" forName="Parent1" refType="w" fact="0.2656"/>
              <dgm:constr type="t" for="ch" forName="Parent1" refType="h" fact="0.1738"/>
              <dgm:constr type="w" for="ch" forName="Parent1" refType="w" fact="0.2959"/>
              <dgm:constr type="h" for="ch" forName="Parent1" refType="h" fact="0.1337"/>
              <dgm:constr type="l" for="ch" forName="Accent3" refType="w" fact="0.1858"/>
              <dgm:constr type="t" for="ch" forName="Accent3" refType="h" fact="0.5863"/>
              <dgm:constr type="w" for="ch" forName="Accent3" refType="w" fact="0.4575"/>
              <dgm:constr type="h" for="ch" forName="Accent3" refType="h" fact="0.4137"/>
              <dgm:constr type="l" for="ch" forName="Parent2" refType="w" fact="0.1183"/>
              <dgm:constr type="t" for="ch" forName="Parent2" refType="h" fact="0.452"/>
              <dgm:constr type="w" for="ch" forName="Parent2" refType="w" fact="0.2959"/>
              <dgm:constr type="h" for="ch" forName="Parent2" refType="h" fact="0.1337"/>
              <dgm:constr type="l" for="ch" forName="Parent3" refType="w" fact="0.2663"/>
              <dgm:constr type="t" for="ch" forName="Parent3" refType="h" fact="0.7306"/>
              <dgm:constr type="w" for="ch" forName="Parent3" refType="w" fact="0.2959"/>
              <dgm:constr type="h" for="ch" forName="Parent3" refType="h" fact="0.1337"/>
              <dgm:constr type="l" for="ch" forName="Child2" refType="w" fact="0.5325"/>
              <dgm:constr type="t" for="ch" forName="Child2" refType="h" fact="0.4217"/>
              <dgm:constr type="w" for="ch" forName="Child2" refType="w" fact="0.3195"/>
              <dgm:constr type="h" for="ch" forName="Child2" refType="h" fact="0.1926"/>
              <dgm:constr type="l" for="ch" forName="Child1" refType="w" fact="0.6805"/>
              <dgm:constr type="t" for="ch" forName="Child1" refType="h" fact="0.1435"/>
              <dgm:constr type="w" for="ch" forName="Child1" refType="w" fact="0.3195"/>
              <dgm:constr type="h" for="ch" forName="Child1" refType="h" fact="0.1926"/>
              <dgm:constr type="l" for="ch" forName="Child3" refType="w" fact="0.6805"/>
              <dgm:constr type="t" for="ch" forName="Child3" refType="h" fact="0.6998"/>
              <dgm:constr type="w" for="ch" forName="Child3" refType="w" fact="0.3195"/>
              <dgm:constr type="h" for="ch" forName="Child3" refType="h" fact="0.1926"/>
            </dgm:constrLst>
          </dgm:if>
          <dgm:if name="Name7"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1481"/>
              <dgm:constr type="t" for="ch" forName="Accent1" refType="h" fact="0"/>
              <dgm:constr type="w" for="ch" forName="Accent1" refType="w" fact="0.5331"/>
              <dgm:constr type="h" for="ch" forName="Accent1" refType="h" fact="0.3771"/>
              <dgm:constr type="l" for="ch" forName="Accent2" refType="w" fact="0"/>
              <dgm:constr type="t" for="ch" forName="Accent2" refType="h" fact="0.2167"/>
              <dgm:constr type="w" for="ch" forName="Accent2" refType="w" fact="0.5331"/>
              <dgm:constr type="h" for="ch" forName="Accent2" refType="h" fact="0.3771"/>
              <dgm:constr type="l" for="ch" forName="Accent3" refType="w" fact="0.1481"/>
              <dgm:constr type="t" for="ch" forName="Accent3" refType="h" fact="0.4342"/>
              <dgm:constr type="w" for="ch" forName="Accent3" refType="w" fact="0.5331"/>
              <dgm:constr type="h" for="ch" forName="Accent3" refType="h" fact="0.3771"/>
              <dgm:constr type="l" for="ch" forName="Parent1" refType="w" fact="0.2658"/>
              <dgm:constr type="t" for="ch" forName="Parent1" refType="h" fact="0.1365"/>
              <dgm:constr type="w" for="ch" forName="Parent1" refType="w" fact="0.2975"/>
              <dgm:constr type="h" for="ch" forName="Parent1" refType="h" fact="0.1052"/>
              <dgm:constr type="l" for="ch" forName="Parent2" refType="w" fact="0.1171"/>
              <dgm:constr type="t" for="ch" forName="Parent2" refType="h" fact="0.3536"/>
              <dgm:constr type="w" for="ch" forName="Parent2" refType="w" fact="0.2975"/>
              <dgm:constr type="h" for="ch" forName="Parent2" refType="h" fact="0.1052"/>
              <dgm:constr type="l" for="ch" forName="Parent3" refType="w" fact="0.2658"/>
              <dgm:constr type="t" for="ch" forName="Parent3" refType="h" fact="0.5707"/>
              <dgm:constr type="w" for="ch" forName="Parent3" refType="w" fact="0.2975"/>
              <dgm:constr type="h" for="ch" forName="Parent3" refType="h" fact="0.1052"/>
              <dgm:constr type="l" for="ch" forName="Parent4" refType="w" fact="0.1171"/>
              <dgm:constr type="t" for="ch" forName="Parent4" refType="h" fact="0.7878"/>
              <dgm:constr type="w" for="ch" forName="Parent4" refType="w" fact="0.2975"/>
              <dgm:constr type="h" for="ch" forName="Parent4" refType="h" fact="0.1052"/>
              <dgm:constr type="l" for="ch" forName="Child1" refType="w" fact="0.6804"/>
              <dgm:constr type="t" for="ch" forName="Child1" refType="h" fact="0.1119"/>
              <dgm:constr type="w" for="ch" forName="Child1" refType="w" fact="0.3196"/>
              <dgm:constr type="h" for="ch" forName="Child1" refType="h" fact="0.15"/>
              <dgm:constr type="l" for="ch" forName="Child2" refType="w" fact="0.5348"/>
              <dgm:constr type="t" for="ch" forName="Child2" refType="h" fact="0.3312"/>
              <dgm:constr type="w" for="ch" forName="Child2" refType="w" fact="0.3196"/>
              <dgm:constr type="h" for="ch" forName="Child2" refType="h" fact="0.15"/>
              <dgm:constr type="l" for="ch" forName="Child3" refType="w" fact="0.6804"/>
              <dgm:constr type="t" for="ch" forName="Child3" refType="h" fact="0.5461"/>
              <dgm:constr type="w" for="ch" forName="Child3" refType="w" fact="0.3196"/>
              <dgm:constr type="h" for="ch" forName="Child3" refType="h" fact="0.15"/>
              <dgm:constr type="l" for="ch" forName="Child4" refType="w" fact="0.5348"/>
              <dgm:constr type="t" for="ch" forName="Child4" refType="h" fact="0.7632"/>
              <dgm:constr type="w" for="ch" forName="Child4" refType="w" fact="0.3196"/>
              <dgm:constr type="h" for="ch" forName="Child4" refType="h" fact="0.15"/>
              <dgm:constr type="l" for="ch" forName="Accent4" refType="w" fact="0.038"/>
              <dgm:constr type="t" for="ch" forName="Accent4" refType="h" fact="0.6759"/>
              <dgm:constr type="w" for="ch" forName="Accent4" refType="w" fact="0.458"/>
              <dgm:constr type="h" for="ch" forName="Accent4" refType="h" fact="0.3241"/>
            </dgm:constrLst>
          </dgm:if>
          <dgm:if name="Name8"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1481"/>
              <dgm:constr type="t" for="ch" forName="Accent1" refType="h" fact="0"/>
              <dgm:constr type="w" for="ch" forName="Accent1" refType="w" fact="0.5331"/>
              <dgm:constr type="h" for="ch" forName="Accent1" refType="h" fact="0.3098"/>
              <dgm:constr type="l" for="ch" forName="Accent2" refType="w" fact="0"/>
              <dgm:constr type="t" for="ch" forName="Accent2" refType="h" fact="0.178"/>
              <dgm:constr type="w" for="ch" forName="Accent2" refType="w" fact="0.5331"/>
              <dgm:constr type="h" for="ch" forName="Accent2" refType="h" fact="0.3098"/>
              <dgm:constr type="l" for="ch" forName="Accent3" refType="w" fact="0.1481"/>
              <dgm:constr type="t" for="ch" forName="Accent3" refType="h" fact="0.3568"/>
              <dgm:constr type="w" for="ch" forName="Accent3" refType="w" fact="0.5331"/>
              <dgm:constr type="h" for="ch" forName="Accent3" refType="h" fact="0.3098"/>
              <dgm:constr type="l" for="ch" forName="Accent4" refType="w" fact="0"/>
              <dgm:constr type="t" for="ch" forName="Accent4" refType="h" fact="0.5351"/>
              <dgm:constr type="w" for="ch" forName="Accent4" refType="w" fact="0.5331"/>
              <dgm:constr type="h" for="ch" forName="Accent4" refType="h" fact="0.3098"/>
              <dgm:constr type="l" for="ch" forName="Accent5" refType="w" fact="0.186"/>
              <dgm:constr type="t" for="ch" forName="Accent5" refType="h" fact="0.7337"/>
              <dgm:constr type="w" for="ch" forName="Accent5" refType="w" fact="0.458"/>
              <dgm:constr type="h" for="ch" forName="Accent5" refType="h" fact="0.2663"/>
              <dgm:constr type="l" for="ch" forName="Parent1" refType="w" fact="0.2658"/>
              <dgm:constr type="t" for="ch" forName="Parent1" refType="h" fact="0.1122"/>
              <dgm:constr type="w" for="ch" forName="Parent1" refType="w" fact="0.2975"/>
              <dgm:constr type="h" for="ch" forName="Parent1" refType="h" fact="0.0864"/>
              <dgm:constr type="l" for="ch" forName="Parent2" refType="w" fact="0.1171"/>
              <dgm:constr type="t" for="ch" forName="Parent2" refType="h" fact="0.2906"/>
              <dgm:constr type="w" for="ch" forName="Parent2" refType="w" fact="0.2975"/>
              <dgm:constr type="h" for="ch" forName="Parent2" refType="h" fact="0.0864"/>
              <dgm:constr type="l" for="ch" forName="Parent3" refType="w" fact="0.2658"/>
              <dgm:constr type="t" for="ch" forName="Parent3" refType="h" fact="0.4689"/>
              <dgm:constr type="w" for="ch" forName="Parent3" refType="w" fact="0.2975"/>
              <dgm:constr type="h" for="ch" forName="Parent3" refType="h" fact="0.0864"/>
              <dgm:constr type="l" for="ch" forName="Parent4" refType="w" fact="0.1171"/>
              <dgm:constr type="t" for="ch" forName="Parent4" refType="h" fact="0.6473"/>
              <dgm:constr type="w" for="ch" forName="Parent4" refType="w" fact="0.2975"/>
              <dgm:constr type="h" for="ch" forName="Parent4" refType="h" fact="0.0864"/>
              <dgm:constr type="l" for="ch" forName="Parent5" refType="w" fact="0.2658"/>
              <dgm:constr type="t" for="ch" forName="Parent5" refType="h" fact="0.8257"/>
              <dgm:constr type="w" for="ch" forName="Parent5" refType="w" fact="0.2975"/>
              <dgm:constr type="h" for="ch" forName="Parent5" refType="h" fact="0.0864"/>
              <dgm:constr type="l" for="ch" forName="Child1" refType="w" fact="0.6804"/>
              <dgm:constr type="t" for="ch" forName="Child1" refType="h" fact="0.0919"/>
              <dgm:constr type="w" for="ch" forName="Child1" refType="w" fact="0.3196"/>
              <dgm:constr type="h" for="ch" forName="Child1" refType="h" fact="0.1232"/>
              <dgm:constr type="l" for="ch" forName="Child2" refType="w" fact="0.5348"/>
              <dgm:constr type="t" for="ch" forName="Child2" refType="h" fact="0.2722"/>
              <dgm:constr type="w" for="ch" forName="Child2" refType="w" fact="0.3196"/>
              <dgm:constr type="h" for="ch" forName="Child2" refType="h" fact="0.1232"/>
              <dgm:constr type="l" for="ch" forName="Child3" refType="w" fact="0.6804"/>
              <dgm:constr type="t" for="ch" forName="Child3" refType="h" fact="0.4487"/>
              <dgm:constr type="w" for="ch" forName="Child3" refType="w" fact="0.3196"/>
              <dgm:constr type="h" for="ch" forName="Child3" refType="h" fact="0.1232"/>
              <dgm:constr type="l" for="ch" forName="Child4" refType="w" fact="0.5348"/>
              <dgm:constr type="t" for="ch" forName="Child4" refType="h" fact="0.6271"/>
              <dgm:constr type="w" for="ch" forName="Child4" refType="w" fact="0.3196"/>
              <dgm:constr type="h" for="ch" forName="Child4" refType="h" fact="0.1232"/>
              <dgm:constr type="l" for="ch" forName="Child5" refType="w" fact="0.6804"/>
              <dgm:constr type="t" for="ch" forName="Child5" refType="h" fact="0.8073"/>
              <dgm:constr type="w" for="ch" forName="Child5" refType="w" fact="0.3196"/>
              <dgm:constr type="h" for="ch" forName="Child5" refType="h" fact="0.1232"/>
            </dgm:constrLst>
          </dgm:if>
          <dgm:if name="Name9"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1481"/>
              <dgm:constr type="t" for="ch" forName="Accent1" refType="h" fact="0"/>
              <dgm:constr type="w" for="ch" forName="Accent1" refType="w" fact="0.5331"/>
              <dgm:constr type="h" for="ch" forName="Accent1" refType="h" fact="0.2629"/>
              <dgm:constr type="l" for="ch" forName="Accent2" refType="w" fact="0"/>
              <dgm:constr type="t" for="ch" forName="Accent2" refType="h" fact="0.1511"/>
              <dgm:constr type="w" for="ch" forName="Accent2" refType="w" fact="0.5331"/>
              <dgm:constr type="h" for="ch" forName="Accent2" refType="h" fact="0.2629"/>
              <dgm:constr type="l" for="ch" forName="Accent3" refType="w" fact="0.1481"/>
              <dgm:constr type="t" for="ch" forName="Accent3" refType="h" fact="0.3027"/>
              <dgm:constr type="w" for="ch" forName="Accent3" refType="w" fact="0.5331"/>
              <dgm:constr type="h" for="ch" forName="Accent3" refType="h" fact="0.2629"/>
              <dgm:constr type="l" for="ch" forName="Accent4" refType="w" fact="0"/>
              <dgm:constr type="t" for="ch" forName="Accent4" refType="h" fact="0.4541"/>
              <dgm:constr type="w" for="ch" forName="Accent4" refType="w" fact="0.5331"/>
              <dgm:constr type="h" for="ch" forName="Accent4" refType="h" fact="0.2629"/>
              <dgm:constr type="l" for="ch" forName="Parent1" refType="w" fact="0.2658"/>
              <dgm:constr type="t" for="ch" forName="Parent1" refType="h" fact="0.0952"/>
              <dgm:constr type="w" for="ch" forName="Parent1" refType="w" fact="0.2975"/>
              <dgm:constr type="h" for="ch" forName="Parent1" refType="h" fact="0.0733"/>
              <dgm:constr type="l" for="ch" forName="Parent2" refType="w" fact="0.1171"/>
              <dgm:constr type="t" for="ch" forName="Parent2" refType="h" fact="0.2466"/>
              <dgm:constr type="w" for="ch" forName="Parent2" refType="w" fact="0.2975"/>
              <dgm:constr type="h" for="ch" forName="Parent2" refType="h" fact="0.0733"/>
              <dgm:constr type="l" for="ch" forName="Parent3" refType="w" fact="0.2658"/>
              <dgm:constr type="t" for="ch" forName="Parent3" refType="h" fact="0.3979"/>
              <dgm:constr type="w" for="ch" forName="Parent3" refType="w" fact="0.2975"/>
              <dgm:constr type="h" for="ch" forName="Parent3" refType="h" fact="0.0733"/>
              <dgm:constr type="l" for="ch" forName="Parent4" refType="w" fact="0.1171"/>
              <dgm:constr type="t" for="ch" forName="Parent4" refType="h" fact="0.5493"/>
              <dgm:constr type="w" for="ch" forName="Parent4" refType="w" fact="0.2975"/>
              <dgm:constr type="h" for="ch" forName="Parent4" refType="h" fact="0.0733"/>
              <dgm:constr type="l" for="ch" forName="Child1" refType="w" fact="0.6804"/>
              <dgm:constr type="t" for="ch" forName="Child1" refType="h" fact="0.078"/>
              <dgm:constr type="w" for="ch" forName="Child1" refType="w" fact="0.3196"/>
              <dgm:constr type="h" for="ch" forName="Child1" refType="h" fact="0.1046"/>
              <dgm:constr type="l" for="ch" forName="Child2" refType="w" fact="0.5348"/>
              <dgm:constr type="t" for="ch" forName="Child2" refType="h" fact="0.231"/>
              <dgm:constr type="w" for="ch" forName="Child2" refType="w" fact="0.3196"/>
              <dgm:constr type="h" for="ch" forName="Child2" refType="h" fact="0.1046"/>
              <dgm:constr type="l" for="ch" forName="Child3" refType="w" fact="0.6804"/>
              <dgm:constr type="t" for="ch" forName="Child3" refType="h" fact="0.3808"/>
              <dgm:constr type="w" for="ch" forName="Child3" refType="w" fact="0.3196"/>
              <dgm:constr type="h" for="ch" forName="Child3" refType="h" fact="0.1046"/>
              <dgm:constr type="l" for="ch" forName="Child4" refType="w" fact="0.5348"/>
              <dgm:constr type="t" for="ch" forName="Child4" refType="h" fact="0.5322"/>
              <dgm:constr type="w" for="ch" forName="Child4" refType="w" fact="0.3196"/>
              <dgm:constr type="h" for="ch" forName="Child4" refType="h" fact="0.1046"/>
              <dgm:constr type="l" for="ch" forName="Accent5" refType="w" fact="0.1481"/>
              <dgm:constr type="t" for="ch" forName="Accent5" refType="h" fact="0.6053"/>
              <dgm:constr type="w" for="ch" forName="Accent5" refType="w" fact="0.5331"/>
              <dgm:constr type="h" for="ch" forName="Accent5" refType="h" fact="0.2629"/>
              <dgm:constr type="l" for="ch" forName="Accent6" refType="w" fact="0.038"/>
              <dgm:constr type="t" for="ch" forName="Accent6" refType="h" fact="0.774"/>
              <dgm:constr type="w" for="ch" forName="Accent6" refType="w" fact="0.458"/>
              <dgm:constr type="h" for="ch" forName="Accent6" refType="h" fact="0.226"/>
              <dgm:constr type="l" for="ch" forName="Parent5" refType="w" fact="0.2658"/>
              <dgm:constr type="t" for="ch" forName="Parent5" refType="h" fact="0.7005"/>
              <dgm:constr type="w" for="ch" forName="Parent5" refType="w" fact="0.2975"/>
              <dgm:constr type="h" for="ch" forName="Parent5" refType="h" fact="0.0733"/>
              <dgm:constr type="l" for="ch" forName="Parent6" refType="w" fact="0.1171"/>
              <dgm:constr type="t" for="ch" forName="Parent6" refType="h" fact="0.8519"/>
              <dgm:constr type="w" for="ch" forName="Parent6" refType="w" fact="0.2975"/>
              <dgm:constr type="h" for="ch" forName="Parent6" refType="h" fact="0.0733"/>
              <dgm:constr type="l" for="ch" forName="Child5" refType="w" fact="0.6804"/>
              <dgm:constr type="t" for="ch" forName="Child5" refType="h" fact="0.6833"/>
              <dgm:constr type="w" for="ch" forName="Child5" refType="w" fact="0.3196"/>
              <dgm:constr type="h" for="ch" forName="Child5" refType="h" fact="0.1046"/>
              <dgm:constr type="l" for="ch" forName="Child6" refType="w" fact="0.5348"/>
              <dgm:constr type="t" for="ch" forName="Child6" refType="h" fact="0.8347"/>
              <dgm:constr type="w" for="ch" forName="Child6" refType="w" fact="0.3196"/>
              <dgm:constr type="h" for="ch" forName="Child6" refType="h" fact="0.1046"/>
            </dgm:constrLst>
          </dgm:if>
          <dgm:else name="Name10">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1481"/>
              <dgm:constr type="t" for="ch" forName="Accent1" refType="h" fact="0"/>
              <dgm:constr type="w" for="ch" forName="Accent1" refType="w" fact="0.5331"/>
              <dgm:constr type="h" for="ch" forName="Accent1" refType="h" fact="0.2284"/>
              <dgm:constr type="l" for="ch" forName="Accent2" refType="w" fact="0"/>
              <dgm:constr type="t" for="ch" forName="Accent2" refType="h" fact="0.1312"/>
              <dgm:constr type="w" for="ch" forName="Accent2" refType="w" fact="0.5331"/>
              <dgm:constr type="h" for="ch" forName="Accent2" refType="h" fact="0.2284"/>
              <dgm:constr type="l" for="ch" forName="Accent3" refType="w" fact="0.1481"/>
              <dgm:constr type="t" for="ch" forName="Accent3" refType="h" fact="0.263"/>
              <dgm:constr type="w" for="ch" forName="Accent3" refType="w" fact="0.5331"/>
              <dgm:constr type="h" for="ch" forName="Accent3" refType="h" fact="0.2284"/>
              <dgm:constr type="l" for="ch" forName="Accent4" refType="w" fact="0"/>
              <dgm:constr type="t" for="ch" forName="Accent4" refType="h" fact="0.3945"/>
              <dgm:constr type="w" for="ch" forName="Accent4" refType="w" fact="0.5331"/>
              <dgm:constr type="h" for="ch" forName="Accent4" refType="h" fact="0.2284"/>
              <dgm:constr type="l" for="ch" forName="Parent1" refType="w" fact="0.2658"/>
              <dgm:constr type="t" for="ch" forName="Parent1" refType="h" fact="0.0827"/>
              <dgm:constr type="w" for="ch" forName="Parent1" refType="w" fact="0.2975"/>
              <dgm:constr type="h" for="ch" forName="Parent1" refType="h" fact="0.0637"/>
              <dgm:constr type="l" for="ch" forName="Parent2" refType="w" fact="0.1171"/>
              <dgm:constr type="t" for="ch" forName="Parent2" refType="h" fact="0.2142"/>
              <dgm:constr type="w" for="ch" forName="Parent2" refType="w" fact="0.2975"/>
              <dgm:constr type="h" for="ch" forName="Parent2" refType="h" fact="0.0637"/>
              <dgm:constr type="l" for="ch" forName="Parent3" refType="w" fact="0.2658"/>
              <dgm:constr type="t" for="ch" forName="Parent3" refType="h" fact="0.3457"/>
              <dgm:constr type="w" for="ch" forName="Parent3" refType="w" fact="0.2975"/>
              <dgm:constr type="h" for="ch" forName="Parent3" refType="h" fact="0.0637"/>
              <dgm:constr type="l" for="ch" forName="Parent4" refType="w" fact="0.1171"/>
              <dgm:constr type="t" for="ch" forName="Parent4" refType="h" fact="0.4772"/>
              <dgm:constr type="w" for="ch" forName="Parent4" refType="w" fact="0.2975"/>
              <dgm:constr type="h" for="ch" forName="Parent4" refType="h" fact="0.0637"/>
              <dgm:constr type="l" for="ch" forName="Child1" refType="w" fact="0.6804"/>
              <dgm:constr type="t" for="ch" forName="Child1" refType="h" fact="0.0678"/>
              <dgm:constr type="w" for="ch" forName="Child1" refType="w" fact="0.3196"/>
              <dgm:constr type="h" for="ch" forName="Child1" refType="h" fact="0.0908"/>
              <dgm:constr type="l" for="ch" forName="Child2" refType="w" fact="0.5348"/>
              <dgm:constr type="t" for="ch" forName="Child2" refType="h" fact="0.2006"/>
              <dgm:constr type="w" for="ch" forName="Child2" refType="w" fact="0.3196"/>
              <dgm:constr type="h" for="ch" forName="Child2" refType="h" fact="0.0908"/>
              <dgm:constr type="l" for="ch" forName="Child3" refType="w" fact="0.6804"/>
              <dgm:constr type="t" for="ch" forName="Child3" refType="h" fact="0.3308"/>
              <dgm:constr type="w" for="ch" forName="Child3" refType="w" fact="0.3196"/>
              <dgm:constr type="h" for="ch" forName="Child3" refType="h" fact="0.0908"/>
              <dgm:constr type="l" for="ch" forName="Child4" refType="w" fact="0.5348"/>
              <dgm:constr type="t" for="ch" forName="Child4" refType="h" fact="0.4623"/>
              <dgm:constr type="w" for="ch" forName="Child4" refType="w" fact="0.3196"/>
              <dgm:constr type="h" for="ch" forName="Child4" refType="h" fact="0.0908"/>
              <dgm:constr type="l" for="ch" forName="Accent5" refType="w" fact="0.1481"/>
              <dgm:constr type="t" for="ch" forName="Accent5" refType="h" fact="0.5258"/>
              <dgm:constr type="w" for="ch" forName="Accent5" refType="w" fact="0.5331"/>
              <dgm:constr type="h" for="ch" forName="Accent5" refType="h" fact="0.2284"/>
              <dgm:constr type="l" for="ch" forName="Accent6" refType="w" fact="0"/>
              <dgm:constr type="t" for="ch" forName="Accent6" refType="h" fact="0.6573"/>
              <dgm:constr type="w" for="ch" forName="Accent6" refType="w" fact="0.5331"/>
              <dgm:constr type="h" for="ch" forName="Accent6" refType="h" fact="0.2284"/>
              <dgm:constr type="l" for="ch" forName="Accent7" refType="w" fact="0.186"/>
              <dgm:constr type="t" for="ch" forName="Accent7" refType="h" fact="0.8037"/>
              <dgm:constr type="w" for="ch" forName="Accent7" refType="w" fact="0.458"/>
              <dgm:constr type="h" for="ch" forName="Accent7" refType="h" fact="0.1963"/>
              <dgm:constr type="l" for="ch" forName="Parent5" refType="w" fact="0.2658"/>
              <dgm:constr type="t" for="ch" forName="Parent5" refType="h" fact="0.6085"/>
              <dgm:constr type="w" for="ch" forName="Parent5" refType="w" fact="0.2975"/>
              <dgm:constr type="h" for="ch" forName="Parent5" refType="h" fact="0.0637"/>
              <dgm:constr type="l" for="ch" forName="Parent6" refType="w" fact="0.1171"/>
              <dgm:constr type="t" for="ch" forName="Parent6" refType="h" fact="0.74"/>
              <dgm:constr type="w" for="ch" forName="Parent6" refType="w" fact="0.2975"/>
              <dgm:constr type="h" for="ch" forName="Parent6" refType="h" fact="0.0637"/>
              <dgm:constr type="l" for="ch" forName="Parent7" refType="w" fact="0.2658"/>
              <dgm:constr type="t" for="ch" forName="Parent7" refType="h" fact="0.8715"/>
              <dgm:constr type="w" for="ch" forName="Parent7" refType="w" fact="0.2975"/>
              <dgm:constr type="h" for="ch" forName="Parent7" refType="h" fact="0.0637"/>
              <dgm:constr type="l" for="ch" forName="Child5" refType="w" fact="0.6804"/>
              <dgm:constr type="t" for="ch" forName="Child5" refType="h" fact="0.5936"/>
              <dgm:constr type="w" for="ch" forName="Child5" refType="w" fact="0.3196"/>
              <dgm:constr type="h" for="ch" forName="Child5" refType="h" fact="0.0908"/>
              <dgm:constr type="l" for="ch" forName="Child6" refType="w" fact="0.5348"/>
              <dgm:constr type="t" for="ch" forName="Child6" refType="h" fact="0.7251"/>
              <dgm:constr type="w" for="ch" forName="Child6" refType="w" fact="0.3196"/>
              <dgm:constr type="h" for="ch" forName="Child6" refType="h" fact="0.0908"/>
              <dgm:constr type="l" for="ch" forName="Child7" refType="w" fact="0.6804"/>
              <dgm:constr type="t" for="ch" forName="Child7" refType="h" fact="0.8579"/>
              <dgm:constr type="w" for="ch" forName="Child7" refType="w" fact="0.3196"/>
              <dgm:constr type="h" for="ch" forName="Child7" refType="h" fact="0.0908"/>
            </dgm:constrLst>
          </dgm:else>
        </dgm:choose>
      </dgm:if>
      <dgm:else name="Name11">
        <dgm:choose name="Name12">
          <dgm:if name="Name13"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14"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0407"/>
              <dgm:constr type="t" for="ch" forName="Accent1" refType="h" fact="0"/>
              <dgm:constr type="w" for="ch" forName="Accent1" refType="w" fact="0.5542"/>
              <dgm:constr type="h" for="ch" forName="Accent1" refType="h" fact="0.6665"/>
              <dgm:constr type="l" for="ch" forName="Accent2" refType="w" fact="0.1533"/>
              <dgm:constr type="t" for="ch" forName="Accent2" refType="h" fact="0.4272"/>
              <dgm:constr type="w" for="ch" forName="Accent2" refType="w" fact="0.4761"/>
              <dgm:constr type="h" for="ch" forName="Accent2" refType="h" fact="0.5728"/>
              <dgm:constr type="l" for="ch" forName="Parent1" refType="w" fact="0.0822"/>
              <dgm:constr type="t" for="ch" forName="Parent1" refType="h" fact="0.2413"/>
              <dgm:constr type="w" for="ch" forName="Parent1" refType="w" fact="0.3092"/>
              <dgm:constr type="h" for="ch" forName="Parent1" refType="h" fact="0.1859"/>
              <dgm:constr type="l" for="ch" forName="Parent2" refType="w" fact="0.2368"/>
              <dgm:constr type="t" for="ch" forName="Parent2" refType="h" fact="0.625"/>
              <dgm:constr type="w" for="ch" forName="Parent2" refType="w" fact="0.3092"/>
              <dgm:constr type="h" for="ch" forName="Parent2" refType="h" fact="0.1859"/>
              <dgm:constr type="l" for="ch" forName="Child1" refType="w" fact="0.5164"/>
              <dgm:constr type="t" for="ch" forName="Child1" refType="h" fact="0.1978"/>
              <dgm:constr type="w" for="ch" forName="Child1" refType="w" fact="0.3322"/>
              <dgm:constr type="h" for="ch" forName="Child1" refType="h" fact="0.265"/>
              <dgm:constr type="l" for="ch" forName="Child2" refType="w" fact="0.6678"/>
              <dgm:constr type="t" for="ch" forName="Child2" refType="h" fact="0.5855"/>
              <dgm:constr type="w" for="ch" forName="Child2" refType="w" fact="0.3322"/>
              <dgm:constr type="h" for="ch" forName="Child2" refType="h" fact="0.265"/>
            </dgm:constrLst>
          </dgm:if>
          <dgm:if name="Name15"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
              <dgm:constr type="t" for="ch" forName="Accent1" refType="h" fact="0"/>
              <dgm:constr type="w" for="ch" forName="Accent1" refType="w" fact="0.5325"/>
              <dgm:constr type="h" for="ch" forName="Accent1" refType="h" fact="0.4814"/>
              <dgm:constr type="l" for="ch" forName="Accent2" refType="w" fact="0.1479"/>
              <dgm:constr type="t" for="ch" forName="Accent2" refType="h" fact="0.2766"/>
              <dgm:constr type="w" for="ch" forName="Accent2" refType="w" fact="0.5325"/>
              <dgm:constr type="h" for="ch" forName="Accent2" refType="h" fact="0.4814"/>
              <dgm:constr type="l" for="ch" forName="Accent3" refType="w" fact="0.0378"/>
              <dgm:constr type="t" for="ch" forName="Accent3" refType="h" fact="0.5863"/>
              <dgm:constr type="w" for="ch" forName="Accent3" refType="w" fact="0.4575"/>
              <dgm:constr type="h" for="ch" forName="Accent3" refType="h" fact="0.4137"/>
              <dgm:constr type="l" for="ch" forName="Parent1" refType="w" fact="0.1183"/>
              <dgm:constr type="t" for="ch" forName="Parent1" refType="h" fact="0.1738"/>
              <dgm:constr type="w" for="ch" forName="Parent1" refType="w" fact="0.2959"/>
              <dgm:constr type="h" for="ch" forName="Parent1" refType="h" fact="0.1337"/>
              <dgm:constr type="l" for="ch" forName="Parent2" refType="w" fact="0.2656"/>
              <dgm:constr type="t" for="ch" forName="Parent2" refType="h" fact="0.452"/>
              <dgm:constr type="w" for="ch" forName="Parent2" refType="w" fact="0.2959"/>
              <dgm:constr type="h" for="ch" forName="Parent2" refType="h" fact="0.1337"/>
              <dgm:constr type="l" for="ch" forName="Parent3" refType="w" fact="0.1183"/>
              <dgm:constr type="t" for="ch" forName="Parent3" refType="h" fact="0.7306"/>
              <dgm:constr type="w" for="ch" forName="Parent3" refType="w" fact="0.2959"/>
              <dgm:constr type="h" for="ch" forName="Parent3" refType="h" fact="0.1337"/>
              <dgm:constr type="l" for="ch" forName="Child1" refType="w" fact="0.5325"/>
              <dgm:constr type="t" for="ch" forName="Child1" refType="h" fact="0.1435"/>
              <dgm:constr type="w" for="ch" forName="Child1" refType="w" fact="0.3195"/>
              <dgm:constr type="h" for="ch" forName="Child1" refType="h" fact="0.1926"/>
              <dgm:constr type="l" for="ch" forName="Child2" refType="w" fact="0.6805"/>
              <dgm:constr type="t" for="ch" forName="Child2" refType="h" fact="0.4217"/>
              <dgm:constr type="w" for="ch" forName="Child2" refType="w" fact="0.3195"/>
              <dgm:constr type="h" for="ch" forName="Child2" refType="h" fact="0.1926"/>
              <dgm:constr type="l" for="ch" forName="Child3" refType="w" fact="0.5325"/>
              <dgm:constr type="t" for="ch" forName="Child3" refType="h" fact="0.6998"/>
              <dgm:constr type="w" for="ch" forName="Child3" refType="w" fact="0.3195"/>
              <dgm:constr type="h" for="ch" forName="Child3" refType="h" fact="0.1926"/>
            </dgm:constrLst>
          </dgm:if>
          <dgm:if name="Name16"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
              <dgm:constr type="t" for="ch" forName="Accent1" refType="h" fact="0"/>
              <dgm:constr type="w" for="ch" forName="Accent1" refType="w" fact="0.5331"/>
              <dgm:constr type="h" for="ch" forName="Accent1" refType="h" fact="0.3771"/>
              <dgm:constr type="l" for="ch" forName="Accent2" refType="w" fact="0.1481"/>
              <dgm:constr type="t" for="ch" forName="Accent2" refType="h" fact="0.2167"/>
              <dgm:constr type="w" for="ch" forName="Accent2" refType="w" fact="0.5331"/>
              <dgm:constr type="h" for="ch" forName="Accent2" refType="h" fact="0.3771"/>
              <dgm:constr type="l" for="ch" forName="Accent3" refType="w" fact="0"/>
              <dgm:constr type="t" for="ch" forName="Accent3" refType="h" fact="0.4342"/>
              <dgm:constr type="w" for="ch" forName="Accent3" refType="w" fact="0.5331"/>
              <dgm:constr type="h" for="ch" forName="Accent3" refType="h" fact="0.3771"/>
              <dgm:constr type="l" for="ch" forName="Accent4" refType="w" fact="0.186"/>
              <dgm:constr type="t" for="ch" forName="Accent4" refType="h" fact="0.6759"/>
              <dgm:constr type="w" for="ch" forName="Accent4" refType="w" fact="0.458"/>
              <dgm:constr type="h" for="ch" forName="Accent4" refType="h" fact="0.3241"/>
              <dgm:constr type="l" for="ch" forName="Parent1" refType="w" fact="0.1171"/>
              <dgm:constr type="t" for="ch" forName="Parent1" refType="h" fact="0.1365"/>
              <dgm:constr type="w" for="ch" forName="Parent1" refType="w" fact="0.2975"/>
              <dgm:constr type="h" for="ch" forName="Parent1" refType="h" fact="0.1052"/>
              <dgm:constr type="l" for="ch" forName="Parent2" refType="w" fact="0.2658"/>
              <dgm:constr type="t" for="ch" forName="Parent2" refType="h" fact="0.3536"/>
              <dgm:constr type="w" for="ch" forName="Parent2" refType="w" fact="0.2975"/>
              <dgm:constr type="h" for="ch" forName="Parent2" refType="h" fact="0.1052"/>
              <dgm:constr type="l" for="ch" forName="Parent3" refType="w" fact="0.1171"/>
              <dgm:constr type="t" for="ch" forName="Parent3" refType="h" fact="0.5707"/>
              <dgm:constr type="w" for="ch" forName="Parent3" refType="w" fact="0.2975"/>
              <dgm:constr type="h" for="ch" forName="Parent3" refType="h" fact="0.1052"/>
              <dgm:constr type="l" for="ch" forName="Parent4" refType="w" fact="0.2658"/>
              <dgm:constr type="t" for="ch" forName="Parent4" refType="h" fact="0.7878"/>
              <dgm:constr type="w" for="ch" forName="Parent4" refType="w" fact="0.2975"/>
              <dgm:constr type="h" for="ch" forName="Parent4" refType="h" fact="0.1052"/>
              <dgm:constr type="l" for="ch" forName="Child1" refType="w" fact="0.5348"/>
              <dgm:constr type="t" for="ch" forName="Child1" refType="h" fact="0.1119"/>
              <dgm:constr type="w" for="ch" forName="Child1" refType="w" fact="0.3196"/>
              <dgm:constr type="h" for="ch" forName="Child1" refType="h" fact="0.15"/>
              <dgm:constr type="l" for="ch" forName="Child2" refType="w" fact="0.6804"/>
              <dgm:constr type="t" for="ch" forName="Child2" refType="h" fact="0.3312"/>
              <dgm:constr type="w" for="ch" forName="Child2" refType="w" fact="0.3196"/>
              <dgm:constr type="h" for="ch" forName="Child2" refType="h" fact="0.15"/>
              <dgm:constr type="l" for="ch" forName="Child3" refType="w" fact="0.5348"/>
              <dgm:constr type="t" for="ch" forName="Child3" refType="h" fact="0.5461"/>
              <dgm:constr type="w" for="ch" forName="Child3" refType="w" fact="0.3196"/>
              <dgm:constr type="h" for="ch" forName="Child3" refType="h" fact="0.15"/>
              <dgm:constr type="l" for="ch" forName="Child4" refType="w" fact="0.6804"/>
              <dgm:constr type="t" for="ch" forName="Child4" refType="h" fact="0.7632"/>
              <dgm:constr type="w" for="ch" forName="Child4" refType="w" fact="0.3196"/>
              <dgm:constr type="h" for="ch" forName="Child4" refType="h" fact="0.15"/>
            </dgm:constrLst>
          </dgm:if>
          <dgm:if name="Name17"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
              <dgm:constr type="t" for="ch" forName="Accent1" refType="h" fact="0"/>
              <dgm:constr type="w" for="ch" forName="Accent1" refType="w" fact="0.5331"/>
              <dgm:constr type="h" for="ch" forName="Accent1" refType="h" fact="0.3098"/>
              <dgm:constr type="l" for="ch" forName="Accent2" refType="w" fact="0.1481"/>
              <dgm:constr type="t" for="ch" forName="Accent2" refType="h" fact="0.178"/>
              <dgm:constr type="w" for="ch" forName="Accent2" refType="w" fact="0.5331"/>
              <dgm:constr type="h" for="ch" forName="Accent2" refType="h" fact="0.3098"/>
              <dgm:constr type="l" for="ch" forName="Accent3" refType="w" fact="0"/>
              <dgm:constr type="t" for="ch" forName="Accent3" refType="h" fact="0.3568"/>
              <dgm:constr type="w" for="ch" forName="Accent3" refType="w" fact="0.5331"/>
              <dgm:constr type="h" for="ch" forName="Accent3" refType="h" fact="0.3098"/>
              <dgm:constr type="l" for="ch" forName="Accent4" refType="w" fact="0.1481"/>
              <dgm:constr type="t" for="ch" forName="Accent4" refType="h" fact="0.5351"/>
              <dgm:constr type="w" for="ch" forName="Accent4" refType="w" fact="0.5331"/>
              <dgm:constr type="h" for="ch" forName="Accent4" refType="h" fact="0.3098"/>
              <dgm:constr type="l" for="ch" forName="Accent5" refType="w" fact="0.0378"/>
              <dgm:constr type="t" for="ch" forName="Accent5" refType="h" fact="0.7337"/>
              <dgm:constr type="w" for="ch" forName="Accent5" refType="w" fact="0.458"/>
              <dgm:constr type="h" for="ch" forName="Accent5" refType="h" fact="0.2663"/>
              <dgm:constr type="l" for="ch" forName="Parent1" refType="w" fact="0.1171"/>
              <dgm:constr type="t" for="ch" forName="Parent1" refType="h" fact="0.1122"/>
              <dgm:constr type="w" for="ch" forName="Parent1" refType="w" fact="0.2975"/>
              <dgm:constr type="h" for="ch" forName="Parent1" refType="h" fact="0.0864"/>
              <dgm:constr type="l" for="ch" forName="Parent2" refType="w" fact="0.2658"/>
              <dgm:constr type="t" for="ch" forName="Parent2" refType="h" fact="0.2906"/>
              <dgm:constr type="w" for="ch" forName="Parent2" refType="w" fact="0.2975"/>
              <dgm:constr type="h" for="ch" forName="Parent2" refType="h" fact="0.0864"/>
              <dgm:constr type="l" for="ch" forName="Parent3" refType="w" fact="0.1171"/>
              <dgm:constr type="t" for="ch" forName="Parent3" refType="h" fact="0.4689"/>
              <dgm:constr type="w" for="ch" forName="Parent3" refType="w" fact="0.2975"/>
              <dgm:constr type="h" for="ch" forName="Parent3" refType="h" fact="0.0864"/>
              <dgm:constr type="l" for="ch" forName="Parent4" refType="w" fact="0.2658"/>
              <dgm:constr type="t" for="ch" forName="Parent4" refType="h" fact="0.6473"/>
              <dgm:constr type="w" for="ch" forName="Parent4" refType="w" fact="0.2975"/>
              <dgm:constr type="h" for="ch" forName="Parent4" refType="h" fact="0.0864"/>
              <dgm:constr type="l" for="ch" forName="Parent5" refType="w" fact="0.1171"/>
              <dgm:constr type="t" for="ch" forName="Parent5" refType="h" fact="0.8257"/>
              <dgm:constr type="w" for="ch" forName="Parent5" refType="w" fact="0.2975"/>
              <dgm:constr type="h" for="ch" forName="Parent5" refType="h" fact="0.0864"/>
              <dgm:constr type="l" for="ch" forName="Child1" refType="w" fact="0.5348"/>
              <dgm:constr type="t" for="ch" forName="Child1" refType="h" fact="0.0919"/>
              <dgm:constr type="w" for="ch" forName="Child1" refType="w" fact="0.3196"/>
              <dgm:constr type="h" for="ch" forName="Child1" refType="h" fact="0.1232"/>
              <dgm:constr type="l" for="ch" forName="Child2" refType="w" fact="0.6804"/>
              <dgm:constr type="t" for="ch" forName="Child2" refType="h" fact="0.2722"/>
              <dgm:constr type="w" for="ch" forName="Child2" refType="w" fact="0.3196"/>
              <dgm:constr type="h" for="ch" forName="Child2" refType="h" fact="0.1232"/>
              <dgm:constr type="l" for="ch" forName="Child3" refType="w" fact="0.5348"/>
              <dgm:constr type="t" for="ch" forName="Child3" refType="h" fact="0.4487"/>
              <dgm:constr type="w" for="ch" forName="Child3" refType="w" fact="0.3196"/>
              <dgm:constr type="h" for="ch" forName="Child3" refType="h" fact="0.1232"/>
              <dgm:constr type="l" for="ch" forName="Child4" refType="w" fact="0.6804"/>
              <dgm:constr type="t" for="ch" forName="Child4" refType="h" fact="0.6271"/>
              <dgm:constr type="w" for="ch" forName="Child4" refType="w" fact="0.3196"/>
              <dgm:constr type="h" for="ch" forName="Child4" refType="h" fact="0.1232"/>
              <dgm:constr type="l" for="ch" forName="Child5" refType="w" fact="0.5348"/>
              <dgm:constr type="t" for="ch" forName="Child5" refType="h" fact="0.8073"/>
              <dgm:constr type="w" for="ch" forName="Child5" refType="w" fact="0.3196"/>
              <dgm:constr type="h" for="ch" forName="Child5" refType="h" fact="0.1232"/>
            </dgm:constrLst>
          </dgm:if>
          <dgm:if name="Name18"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
              <dgm:constr type="t" for="ch" forName="Accent1" refType="h" fact="0"/>
              <dgm:constr type="w" for="ch" forName="Accent1" refType="w" fact="0.5331"/>
              <dgm:constr type="h" for="ch" forName="Accent1" refType="h" fact="0.2629"/>
              <dgm:constr type="l" for="ch" forName="Accent2" refType="w" fact="0.1481"/>
              <dgm:constr type="t" for="ch" forName="Accent2" refType="h" fact="0.1511"/>
              <dgm:constr type="w" for="ch" forName="Accent2" refType="w" fact="0.5331"/>
              <dgm:constr type="h" for="ch" forName="Accent2" refType="h" fact="0.2629"/>
              <dgm:constr type="l" for="ch" forName="Accent3" refType="w" fact="0"/>
              <dgm:constr type="t" for="ch" forName="Accent3" refType="h" fact="0.3027"/>
              <dgm:constr type="w" for="ch" forName="Accent3" refType="w" fact="0.5331"/>
              <dgm:constr type="h" for="ch" forName="Accent3" refType="h" fact="0.2629"/>
              <dgm:constr type="l" for="ch" forName="Accent4" refType="w" fact="0.1481"/>
              <dgm:constr type="t" for="ch" forName="Accent4" refType="h" fact="0.4541"/>
              <dgm:constr type="w" for="ch" forName="Accent4" refType="w" fact="0.5331"/>
              <dgm:constr type="h" for="ch" forName="Accent4" refType="h" fact="0.2629"/>
              <dgm:constr type="l" for="ch" forName="Accent5" refType="w" fact="0"/>
              <dgm:constr type="t" for="ch" forName="Accent5" refType="h" fact="0.6053"/>
              <dgm:constr type="w" for="ch" forName="Accent5" refType="w" fact="0.5331"/>
              <dgm:constr type="h" for="ch" forName="Accent5" refType="h" fact="0.2629"/>
              <dgm:constr type="l" for="ch" forName="Accent6" refType="w" fact="0.186"/>
              <dgm:constr type="t" for="ch" forName="Accent6" refType="h" fact="0.774"/>
              <dgm:constr type="w" for="ch" forName="Accent6" refType="w" fact="0.458"/>
              <dgm:constr type="h" for="ch" forName="Accent6" refType="h" fact="0.226"/>
              <dgm:constr type="l" for="ch" forName="Parent1" refType="w" fact="0.1171"/>
              <dgm:constr type="t" for="ch" forName="Parent1" refType="h" fact="0.0952"/>
              <dgm:constr type="w" for="ch" forName="Parent1" refType="w" fact="0.2975"/>
              <dgm:constr type="h" for="ch" forName="Parent1" refType="h" fact="0.0733"/>
              <dgm:constr type="l" for="ch" forName="Parent2" refType="w" fact="0.2658"/>
              <dgm:constr type="t" for="ch" forName="Parent2" refType="h" fact="0.2466"/>
              <dgm:constr type="w" for="ch" forName="Parent2" refType="w" fact="0.2975"/>
              <dgm:constr type="h" for="ch" forName="Parent2" refType="h" fact="0.0733"/>
              <dgm:constr type="l" for="ch" forName="Parent3" refType="w" fact="0.1171"/>
              <dgm:constr type="t" for="ch" forName="Parent3" refType="h" fact="0.3979"/>
              <dgm:constr type="w" for="ch" forName="Parent3" refType="w" fact="0.2975"/>
              <dgm:constr type="h" for="ch" forName="Parent3" refType="h" fact="0.0733"/>
              <dgm:constr type="l" for="ch" forName="Parent4" refType="w" fact="0.2658"/>
              <dgm:constr type="t" for="ch" forName="Parent4" refType="h" fact="0.5493"/>
              <dgm:constr type="w" for="ch" forName="Parent4" refType="w" fact="0.2975"/>
              <dgm:constr type="h" for="ch" forName="Parent4" refType="h" fact="0.0733"/>
              <dgm:constr type="l" for="ch" forName="Parent5" refType="w" fact="0.1171"/>
              <dgm:constr type="t" for="ch" forName="Parent5" refType="h" fact="0.7005"/>
              <dgm:constr type="w" for="ch" forName="Parent5" refType="w" fact="0.2975"/>
              <dgm:constr type="h" for="ch" forName="Parent5" refType="h" fact="0.0733"/>
              <dgm:constr type="l" for="ch" forName="Parent6" refType="w" fact="0.2658"/>
              <dgm:constr type="t" for="ch" forName="Parent6" refType="h" fact="0.8519"/>
              <dgm:constr type="w" for="ch" forName="Parent6" refType="w" fact="0.2975"/>
              <dgm:constr type="h" for="ch" forName="Parent6" refType="h" fact="0.0733"/>
              <dgm:constr type="l" for="ch" forName="Child1" refType="w" fact="0.5348"/>
              <dgm:constr type="t" for="ch" forName="Child1" refType="h" fact="0.078"/>
              <dgm:constr type="w" for="ch" forName="Child1" refType="w" fact="0.3196"/>
              <dgm:constr type="h" for="ch" forName="Child1" refType="h" fact="0.1046"/>
              <dgm:constr type="l" for="ch" forName="Child2" refType="w" fact="0.6804"/>
              <dgm:constr type="t" for="ch" forName="Child2" refType="h" fact="0.231"/>
              <dgm:constr type="w" for="ch" forName="Child2" refType="w" fact="0.3196"/>
              <dgm:constr type="h" for="ch" forName="Child2" refType="h" fact="0.1046"/>
              <dgm:constr type="l" for="ch" forName="Child3" refType="w" fact="0.5348"/>
              <dgm:constr type="t" for="ch" forName="Child3" refType="h" fact="0.3808"/>
              <dgm:constr type="w" for="ch" forName="Child3" refType="w" fact="0.3196"/>
              <dgm:constr type="h" for="ch" forName="Child3" refType="h" fact="0.1046"/>
              <dgm:constr type="l" for="ch" forName="Child4" refType="w" fact="0.6804"/>
              <dgm:constr type="t" for="ch" forName="Child4" refType="h" fact="0.5322"/>
              <dgm:constr type="w" for="ch" forName="Child4" refType="w" fact="0.3196"/>
              <dgm:constr type="h" for="ch" forName="Child4" refType="h" fact="0.1046"/>
              <dgm:constr type="l" for="ch" forName="Child5" refType="w" fact="0.5348"/>
              <dgm:constr type="t" for="ch" forName="Child5" refType="h" fact="0.6833"/>
              <dgm:constr type="w" for="ch" forName="Child5" refType="w" fact="0.3196"/>
              <dgm:constr type="h" for="ch" forName="Child5" refType="h" fact="0.1046"/>
              <dgm:constr type="l" for="ch" forName="Child6" refType="w" fact="0.6804"/>
              <dgm:constr type="t" for="ch" forName="Child6" refType="h" fact="0.8347"/>
              <dgm:constr type="w" for="ch" forName="Child6" refType="w" fact="0.3196"/>
              <dgm:constr type="h" for="ch" forName="Child6" refType="h" fact="0.1046"/>
            </dgm:constrLst>
          </dgm:if>
          <dgm:else name="Name19">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
              <dgm:constr type="t" for="ch" forName="Accent1" refType="h" fact="0"/>
              <dgm:constr type="w" for="ch" forName="Accent1" refType="w" fact="0.5331"/>
              <dgm:constr type="h" for="ch" forName="Accent1" refType="h" fact="0.2284"/>
              <dgm:constr type="l" for="ch" forName="Accent2" refType="w" fact="0.1481"/>
              <dgm:constr type="t" for="ch" forName="Accent2" refType="h" fact="0.1312"/>
              <dgm:constr type="w" for="ch" forName="Accent2" refType="w" fact="0.5331"/>
              <dgm:constr type="h" for="ch" forName="Accent2" refType="h" fact="0.2284"/>
              <dgm:constr type="l" for="ch" forName="Accent3" refType="w" fact="0"/>
              <dgm:constr type="t" for="ch" forName="Accent3" refType="h" fact="0.263"/>
              <dgm:constr type="w" for="ch" forName="Accent3" refType="w" fact="0.5331"/>
              <dgm:constr type="h" for="ch" forName="Accent3" refType="h" fact="0.2284"/>
              <dgm:constr type="l" for="ch" forName="Accent4" refType="w" fact="0.1481"/>
              <dgm:constr type="t" for="ch" forName="Accent4" refType="h" fact="0.3945"/>
              <dgm:constr type="w" for="ch" forName="Accent4" refType="w" fact="0.5331"/>
              <dgm:constr type="h" for="ch" forName="Accent4" refType="h" fact="0.2284"/>
              <dgm:constr type="l" for="ch" forName="Accent5" refType="w" fact="0"/>
              <dgm:constr type="t" for="ch" forName="Accent5" refType="h" fact="0.5258"/>
              <dgm:constr type="w" for="ch" forName="Accent5" refType="w" fact="0.5331"/>
              <dgm:constr type="h" for="ch" forName="Accent5" refType="h" fact="0.2284"/>
              <dgm:constr type="l" for="ch" forName="Accent6" refType="w" fact="0.1481"/>
              <dgm:constr type="t" for="ch" forName="Accent6" refType="h" fact="0.6573"/>
              <dgm:constr type="w" for="ch" forName="Accent6" refType="w" fact="0.5331"/>
              <dgm:constr type="h" for="ch" forName="Accent6" refType="h" fact="0.2284"/>
              <dgm:constr type="l" for="ch" forName="Accent7" refType="w" fact="0.0378"/>
              <dgm:constr type="t" for="ch" forName="Accent7" refType="h" fact="0.8037"/>
              <dgm:constr type="w" for="ch" forName="Accent7" refType="w" fact="0.458"/>
              <dgm:constr type="h" for="ch" forName="Accent7" refType="h" fact="0.1963"/>
              <dgm:constr type="l" for="ch" forName="Parent1" refType="w" fact="0.1171"/>
              <dgm:constr type="t" for="ch" forName="Parent1" refType="h" fact="0.0827"/>
              <dgm:constr type="w" for="ch" forName="Parent1" refType="w" fact="0.2975"/>
              <dgm:constr type="h" for="ch" forName="Parent1" refType="h" fact="0.0637"/>
              <dgm:constr type="l" for="ch" forName="Parent2" refType="w" fact="0.2658"/>
              <dgm:constr type="t" for="ch" forName="Parent2" refType="h" fact="0.2142"/>
              <dgm:constr type="w" for="ch" forName="Parent2" refType="w" fact="0.2975"/>
              <dgm:constr type="h" for="ch" forName="Parent2" refType="h" fact="0.0637"/>
              <dgm:constr type="l" for="ch" forName="Parent3" refType="w" fact="0.1171"/>
              <dgm:constr type="t" for="ch" forName="Parent3" refType="h" fact="0.3457"/>
              <dgm:constr type="w" for="ch" forName="Parent3" refType="w" fact="0.2975"/>
              <dgm:constr type="h" for="ch" forName="Parent3" refType="h" fact="0.0637"/>
              <dgm:constr type="l" for="ch" forName="Parent4" refType="w" fact="0.2658"/>
              <dgm:constr type="t" for="ch" forName="Parent4" refType="h" fact="0.4772"/>
              <dgm:constr type="w" for="ch" forName="Parent4" refType="w" fact="0.2975"/>
              <dgm:constr type="h" for="ch" forName="Parent4" refType="h" fact="0.0637"/>
              <dgm:constr type="l" for="ch" forName="Parent5" refType="w" fact="0.1171"/>
              <dgm:constr type="t" for="ch" forName="Parent5" refType="h" fact="0.6085"/>
              <dgm:constr type="w" for="ch" forName="Parent5" refType="w" fact="0.2975"/>
              <dgm:constr type="h" for="ch" forName="Parent5" refType="h" fact="0.0637"/>
              <dgm:constr type="l" for="ch" forName="Parent6" refType="w" fact="0.2658"/>
              <dgm:constr type="t" for="ch" forName="Parent6" refType="h" fact="0.74"/>
              <dgm:constr type="w" for="ch" forName="Parent6" refType="w" fact="0.2975"/>
              <dgm:constr type="h" for="ch" forName="Parent6" refType="h" fact="0.0637"/>
              <dgm:constr type="l" for="ch" forName="Parent7" refType="w" fact="0.1171"/>
              <dgm:constr type="t" for="ch" forName="Parent7" refType="h" fact="0.8715"/>
              <dgm:constr type="w" for="ch" forName="Parent7" refType="w" fact="0.2975"/>
              <dgm:constr type="h" for="ch" forName="Parent7" refType="h" fact="0.0637"/>
              <dgm:constr type="l" for="ch" forName="Child1" refType="w" fact="0.5348"/>
              <dgm:constr type="t" for="ch" forName="Child1" refType="h" fact="0.0678"/>
              <dgm:constr type="w" for="ch" forName="Child1" refType="w" fact="0.3196"/>
              <dgm:constr type="h" for="ch" forName="Child1" refType="h" fact="0.0908"/>
              <dgm:constr type="l" for="ch" forName="Child2" refType="w" fact="0.6804"/>
              <dgm:constr type="t" for="ch" forName="Child2" refType="h" fact="0.2006"/>
              <dgm:constr type="w" for="ch" forName="Child2" refType="w" fact="0.3196"/>
              <dgm:constr type="h" for="ch" forName="Child2" refType="h" fact="0.0908"/>
              <dgm:constr type="l" for="ch" forName="Child3" refType="w" fact="0.5348"/>
              <dgm:constr type="t" for="ch" forName="Child3" refType="h" fact="0.3308"/>
              <dgm:constr type="w" for="ch" forName="Child3" refType="w" fact="0.3196"/>
              <dgm:constr type="h" for="ch" forName="Child3" refType="h" fact="0.0908"/>
              <dgm:constr type="l" for="ch" forName="Child4" refType="w" fact="0.6804"/>
              <dgm:constr type="t" for="ch" forName="Child4" refType="h" fact="0.4623"/>
              <dgm:constr type="w" for="ch" forName="Child4" refType="w" fact="0.3196"/>
              <dgm:constr type="h" for="ch" forName="Child4" refType="h" fact="0.0908"/>
              <dgm:constr type="l" for="ch" forName="Child5" refType="w" fact="0.5348"/>
              <dgm:constr type="t" for="ch" forName="Child5" refType="h" fact="0.5936"/>
              <dgm:constr type="w" for="ch" forName="Child5" refType="w" fact="0.3196"/>
              <dgm:constr type="h" for="ch" forName="Child5" refType="h" fact="0.0908"/>
              <dgm:constr type="l" for="ch" forName="Child6" refType="w" fact="0.6804"/>
              <dgm:constr type="t" for="ch" forName="Child6" refType="h" fact="0.7251"/>
              <dgm:constr type="w" for="ch" forName="Child6" refType="w" fact="0.3196"/>
              <dgm:constr type="h" for="ch" forName="Child6" refType="h" fact="0.0908"/>
              <dgm:constr type="l" for="ch" forName="Child7" refType="w" fact="0.5348"/>
              <dgm:constr type="t" for="ch" forName="Child7" refType="h" fact="0.8579"/>
              <dgm:constr type="w" for="ch" forName="Child7" refType="w" fact="0.3196"/>
              <dgm:constr type="h" for="ch" forName="Child7" refType="h" fact="0.0908"/>
            </dgm:constrLst>
          </dgm:else>
        </dgm:choose>
      </dgm:else>
    </dgm:choose>
    <dgm:forEach name="wrapper" axis="self" ptType="parTrans">
      <dgm:forEach name="accentRepeat" axis="self">
        <dgm:layoutNode name="Accent" styleLbl="node1">
          <dgm:alg type="sp"/>
          <dgm:choose name="Name20">
            <dgm:if name="Name21" func="var" arg="dir" op="equ" val="norm">
              <dgm:choose name="Name22">
                <dgm:if name="Name23" axis="precedSib" ptType="node" func="cnt" op="equ" val="0">
                  <dgm:choose name="Name24">
                    <dgm:if name="Name25" axis="followSib" ptType="node" func="cnt" op="equ" val="0">
                      <dgm:shape xmlns:r="http://schemas.openxmlformats.org/officeDocument/2006/relationships" type="circularArrow" r:blip="">
                        <dgm:adjLst>
                          <dgm:adj idx="1" val="0.1098"/>
                          <dgm:adj idx="2" val="19.0387"/>
                          <dgm:adj idx="3" val="150"/>
                          <dgm:adj idx="4" val="180"/>
                          <dgm:adj idx="5" val="0.125"/>
                        </dgm:adjLst>
                      </dgm:shape>
                    </dgm:if>
                    <dgm:else name="Name26">
                      <dgm:shape xmlns:r="http://schemas.openxmlformats.org/officeDocument/2006/relationships" type="circularArrow" r:blip="">
                        <dgm:adjLst>
                          <dgm:adj idx="1" val="0.1098"/>
                          <dgm:adj idx="2" val="19.0387"/>
                          <dgm:adj idx="3" val="75"/>
                          <dgm:adj idx="4" val="180"/>
                          <dgm:adj idx="5" val="0.125"/>
                        </dgm:adjLst>
                      </dgm:shape>
                    </dgm:else>
                  </dgm:choose>
                </dgm:if>
                <dgm:else name="Name27">
                  <dgm:choose name="Name28">
                    <dgm:if name="Name29" axis="followSib" ptType="node" func="cnt" op="equ" val="0">
                      <dgm:choose name="Name30">
                        <dgm:if name="Name31" axis="precedSib" ptType="node" func="cnt" op="equ" val="1">
                          <dgm:shape xmlns:r="http://schemas.openxmlformats.org/officeDocument/2006/relationships" type="blockArc" r:blip="">
                            <dgm:adjLst>
                              <dgm:adj idx="1" val="0"/>
                              <dgm:adj idx="2" val="-45"/>
                              <dgm:adj idx="3" val="0.1274"/>
                            </dgm:adjLst>
                          </dgm:shape>
                        </dgm:if>
                        <dgm:if name="Name32" axis="precedSib" ptType="node" func="cnt" op="equ" val="2">
                          <dgm:shape xmlns:r="http://schemas.openxmlformats.org/officeDocument/2006/relationships" type="blockArc" r:blip="">
                            <dgm:adjLst>
                              <dgm:adj idx="1" val="-135"/>
                              <dgm:adj idx="2" val="180"/>
                              <dgm:adj idx="3" val="0.1274"/>
                            </dgm:adjLst>
                          </dgm:shape>
                        </dgm:if>
                        <dgm:if name="Name33" axis="precedSib" ptType="node" func="cnt" op="equ" val="3">
                          <dgm:shape xmlns:r="http://schemas.openxmlformats.org/officeDocument/2006/relationships" type="blockArc" r:blip="">
                            <dgm:adjLst>
                              <dgm:adj idx="1" val="0"/>
                              <dgm:adj idx="2" val="-45"/>
                              <dgm:adj idx="3" val="0.1274"/>
                            </dgm:adjLst>
                          </dgm:shape>
                        </dgm:if>
                        <dgm:if name="Name34" axis="precedSib" ptType="node" func="cnt" op="equ" val="4">
                          <dgm:shape xmlns:r="http://schemas.openxmlformats.org/officeDocument/2006/relationships" type="blockArc" r:blip="">
                            <dgm:adjLst>
                              <dgm:adj idx="1" val="-135"/>
                              <dgm:adj idx="2" val="180"/>
                              <dgm:adj idx="3" val="0.1274"/>
                            </dgm:adjLst>
                          </dgm:shape>
                        </dgm:if>
                        <dgm:if name="Name35" axis="precedSib" ptType="node" func="cnt" op="equ" val="5">
                          <dgm:shape xmlns:r="http://schemas.openxmlformats.org/officeDocument/2006/relationships" type="blockArc" r:blip="">
                            <dgm:adjLst>
                              <dgm:adj idx="1" val="0"/>
                              <dgm:adj idx="2" val="-45"/>
                              <dgm:adj idx="3" val="0.1274"/>
                            </dgm:adjLst>
                          </dgm:shape>
                        </dgm:if>
                        <dgm:if name="Name36" axis="precedSib" ptType="node" func="cnt" op="equ" val="6">
                          <dgm:shape xmlns:r="http://schemas.openxmlformats.org/officeDocument/2006/relationships" type="blockArc" r:blip="">
                            <dgm:adjLst>
                              <dgm:adj idx="1" val="-135"/>
                              <dgm:adj idx="2" val="180"/>
                              <dgm:adj idx="3" val="0.1274"/>
                            </dgm:adjLst>
                          </dgm:shape>
                        </dgm:if>
                        <dgm:else name="Name37"/>
                      </dgm:choose>
                    </dgm:if>
                    <dgm:else name="Name38">
                      <dgm:choose name="Name39">
                        <dgm:if name="Name40" axis="precedSib" ptType="node" func="cnt" op="equ" val="0">
                          <dgm:shape xmlns:r="http://schemas.openxmlformats.org/officeDocument/2006/relationships" type="blockArc" r:blip="">
                            <dgm:adjLst>
                              <dgm:adj idx="1" val="-133.1632"/>
                              <dgm:adj idx="2" val="65"/>
                              <dgm:adj idx="3" val="0.13"/>
                            </dgm:adjLst>
                          </dgm:shape>
                        </dgm:if>
                        <dgm:if name="Name41" axis="precedSib" ptType="node" func="cnt" op="equ" val="1">
                          <dgm:shape xmlns:r="http://schemas.openxmlformats.org/officeDocument/2006/relationships" type="leftCircularArrow" r:blip="">
                            <dgm:adjLst>
                              <dgm:adj idx="1" val="0.1098"/>
                              <dgm:adj idx="2" val="19.0387"/>
                              <dgm:adj idx="3" val="105"/>
                              <dgm:adj idx="4" val="-45"/>
                              <dgm:adj idx="5" val="0.125"/>
                            </dgm:adjLst>
                          </dgm:shape>
                        </dgm:if>
                        <dgm:if name="Name42" axis="precedSib" ptType="node" func="cnt" op="equ" val="2">
                          <dgm:shape xmlns:r="http://schemas.openxmlformats.org/officeDocument/2006/relationships" type="circularArrow" r:blip="">
                            <dgm:adjLst>
                              <dgm:adj idx="1" val="0.1098"/>
                              <dgm:adj idx="2" val="19.0387"/>
                              <dgm:adj idx="3" val="75"/>
                              <dgm:adj idx="4" val="-135"/>
                              <dgm:adj idx="5" val="0.125"/>
                            </dgm:adjLst>
                          </dgm:shape>
                        </dgm:if>
                        <dgm:if name="Name43" axis="precedSib" ptType="node" func="cnt" op="equ" val="3">
                          <dgm:shape xmlns:r="http://schemas.openxmlformats.org/officeDocument/2006/relationships" type="leftCircularArrow" r:blip="">
                            <dgm:adjLst>
                              <dgm:adj idx="1" val="0.1098"/>
                              <dgm:adj idx="2" val="19.0387"/>
                              <dgm:adj idx="3" val="105"/>
                              <dgm:adj idx="4" val="-45"/>
                              <dgm:adj idx="5" val="0.125"/>
                            </dgm:adjLst>
                          </dgm:shape>
                        </dgm:if>
                        <dgm:if name="Name44" axis="precedSib" ptType="node" func="cnt" op="equ" val="4">
                          <dgm:shape xmlns:r="http://schemas.openxmlformats.org/officeDocument/2006/relationships" type="circularArrow" r:blip="">
                            <dgm:adjLst>
                              <dgm:adj idx="1" val="0.1098"/>
                              <dgm:adj idx="2" val="19.0387"/>
                              <dgm:adj idx="3" val="75"/>
                              <dgm:adj idx="4" val="-135"/>
                              <dgm:adj idx="5" val="0.125"/>
                            </dgm:adjLst>
                          </dgm:shape>
                        </dgm:if>
                        <dgm:if name="Name45" axis="precedSib" ptType="node" func="cnt" op="equ" val="5">
                          <dgm:shape xmlns:r="http://schemas.openxmlformats.org/officeDocument/2006/relationships" type="leftCircularArrow" r:blip="">
                            <dgm:adjLst>
                              <dgm:adj idx="1" val="0.1098"/>
                              <dgm:adj idx="2" val="19.0387"/>
                              <dgm:adj idx="3" val="105"/>
                              <dgm:adj idx="4" val="-45"/>
                              <dgm:adj idx="5" val="0.125"/>
                            </dgm:adjLst>
                          </dgm:shape>
                        </dgm:if>
                        <dgm:if name="Name46" axis="precedSib" ptType="node" func="cnt" op="equ" val="6">
                          <dgm:shape xmlns:r="http://schemas.openxmlformats.org/officeDocument/2006/relationships" type="blockArc" r:blip="">
                            <dgm:adjLst>
                              <dgm:adj idx="1" val="-135"/>
                              <dgm:adj idx="2" val="180"/>
                              <dgm:adj idx="3" val="0.1274"/>
                            </dgm:adjLst>
                          </dgm:shape>
                        </dgm:if>
                        <dgm:else name="Name47"/>
                      </dgm:choose>
                    </dgm:else>
                  </dgm:choose>
                </dgm:else>
              </dgm:choose>
            </dgm:if>
            <dgm:else name="Name48">
              <dgm:choose name="Name49">
                <dgm:if name="Name50" axis="precedSib" ptType="node" func="cnt" op="equ" val="0">
                  <dgm:choose name="Name51">
                    <dgm:if name="Name52" axis="followSib" ptType="node" func="cnt" op="equ" val="0">
                      <dgm:shape xmlns:r="http://schemas.openxmlformats.org/officeDocument/2006/relationships" type="leftCircularArrow" r:blip="">
                        <dgm:adjLst>
                          <dgm:adj idx="1" val="0.1098"/>
                          <dgm:adj idx="2" val="19.0387"/>
                          <dgm:adj idx="3" val="30"/>
                          <dgm:adj idx="4" val="0"/>
                          <dgm:adj idx="5" val="0.125"/>
                        </dgm:adjLst>
                      </dgm:shape>
                    </dgm:if>
                    <dgm:else name="Name53">
                      <dgm:shape xmlns:r="http://schemas.openxmlformats.org/officeDocument/2006/relationships" type="leftCircularArrow" r:blip="">
                        <dgm:adjLst>
                          <dgm:adj idx="1" val="0.1098"/>
                          <dgm:adj idx="2" val="19.0387"/>
                          <dgm:adj idx="3" val="105"/>
                          <dgm:adj idx="4" val="0"/>
                          <dgm:adj idx="5" val="0.125"/>
                        </dgm:adjLst>
                      </dgm:shape>
                    </dgm:else>
                  </dgm:choose>
                </dgm:if>
                <dgm:else name="Name54">
                  <dgm:choose name="Name55">
                    <dgm:if name="Name56" axis="followSib" ptType="node" func="cnt" op="equ" val="0">
                      <dgm:choose name="Name57">
                        <dgm:if name="Name58" axis="precedSib" ptType="node" func="cnt" op="equ" val="1">
                          <dgm:shape xmlns:r="http://schemas.openxmlformats.org/officeDocument/2006/relationships" type="blockArc" r:blip="">
                            <dgm:adjLst>
                              <dgm:adj idx="1" val="-135"/>
                              <dgm:adj idx="2" val="180"/>
                              <dgm:adj idx="3" val="0.1274"/>
                            </dgm:adjLst>
                          </dgm:shape>
                        </dgm:if>
                        <dgm:if name="Name59" axis="precedSib" ptType="node" func="cnt" op="equ" val="2">
                          <dgm:shape xmlns:r="http://schemas.openxmlformats.org/officeDocument/2006/relationships" type="blockArc" r:blip="">
                            <dgm:adjLst>
                              <dgm:adj idx="1" val="0"/>
                              <dgm:adj idx="2" val="-45"/>
                              <dgm:adj idx="3" val="0.1274"/>
                            </dgm:adjLst>
                          </dgm:shape>
                        </dgm:if>
                        <dgm:if name="Name60" axis="precedSib" ptType="node" func="cnt" op="equ" val="3">
                          <dgm:shape xmlns:r="http://schemas.openxmlformats.org/officeDocument/2006/relationships" type="blockArc" r:blip="">
                            <dgm:adjLst>
                              <dgm:adj idx="1" val="-135"/>
                              <dgm:adj idx="2" val="180"/>
                              <dgm:adj idx="3" val="0.1274"/>
                            </dgm:adjLst>
                          </dgm:shape>
                        </dgm:if>
                        <dgm:if name="Name61" axis="precedSib" ptType="node" func="cnt" op="equ" val="4">
                          <dgm:shape xmlns:r="http://schemas.openxmlformats.org/officeDocument/2006/relationships" type="blockArc" r:blip="">
                            <dgm:adjLst>
                              <dgm:adj idx="1" val="0"/>
                              <dgm:adj idx="2" val="-45"/>
                              <dgm:adj idx="3" val="0.1274"/>
                            </dgm:adjLst>
                          </dgm:shape>
                        </dgm:if>
                        <dgm:if name="Name62" axis="precedSib" ptType="node" func="cnt" op="equ" val="5">
                          <dgm:shape xmlns:r="http://schemas.openxmlformats.org/officeDocument/2006/relationships" type="blockArc" r:blip="">
                            <dgm:adjLst>
                              <dgm:adj idx="1" val="-135"/>
                              <dgm:adj idx="2" val="180"/>
                              <dgm:adj idx="3" val="0.1274"/>
                            </dgm:adjLst>
                          </dgm:shape>
                        </dgm:if>
                        <dgm:if name="Name63" axis="precedSib" ptType="node" func="cnt" op="equ" val="6">
                          <dgm:shape xmlns:r="http://schemas.openxmlformats.org/officeDocument/2006/relationships" type="blockArc" r:blip="">
                            <dgm:adjLst>
                              <dgm:adj idx="1" val="0"/>
                              <dgm:adj idx="2" val="-45"/>
                              <dgm:adj idx="3" val="0.1274"/>
                            </dgm:adjLst>
                          </dgm:shape>
                        </dgm:if>
                        <dgm:else name="Name64"/>
                      </dgm:choose>
                    </dgm:if>
                    <dgm:else name="Name65">
                      <dgm:choose name="Name66">
                        <dgm:if name="Name67" axis="precedSib" ptType="node" func="cnt" op="equ" val="0">
                          <dgm:shape xmlns:r="http://schemas.openxmlformats.org/officeDocument/2006/relationships" type="blockArc" r:blip="">
                            <dgm:adjLst>
                              <dgm:adj idx="1" val="-133.1632"/>
                              <dgm:adj idx="2" val="65"/>
                              <dgm:adj idx="3" val="0.13"/>
                            </dgm:adjLst>
                          </dgm:shape>
                        </dgm:if>
                        <dgm:if name="Name68" axis="precedSib" ptType="node" func="cnt" op="equ" val="1">
                          <dgm:shape xmlns:r="http://schemas.openxmlformats.org/officeDocument/2006/relationships" type="circularArrow" r:blip="">
                            <dgm:adjLst>
                              <dgm:adj idx="1" val="0.1098"/>
                              <dgm:adj idx="2" val="19.0387"/>
                              <dgm:adj idx="3" val="75"/>
                              <dgm:adj idx="4" val="-135"/>
                              <dgm:adj idx="5" val="0.125"/>
                            </dgm:adjLst>
                          </dgm:shape>
                        </dgm:if>
                        <dgm:if name="Name69" axis="precedSib" ptType="node" func="cnt" op="equ" val="2">
                          <dgm:shape xmlns:r="http://schemas.openxmlformats.org/officeDocument/2006/relationships" type="leftCircularArrow" r:blip="">
                            <dgm:adjLst>
                              <dgm:adj idx="1" val="0.1098"/>
                              <dgm:adj idx="2" val="19.0387"/>
                              <dgm:adj idx="3" val="105"/>
                              <dgm:adj idx="4" val="-45"/>
                              <dgm:adj idx="5" val="0.125"/>
                            </dgm:adjLst>
                          </dgm:shape>
                        </dgm:if>
                        <dgm:if name="Name70" axis="precedSib" ptType="node" func="cnt" op="equ" val="3">
                          <dgm:shape xmlns:r="http://schemas.openxmlformats.org/officeDocument/2006/relationships" type="circularArrow" r:blip="">
                            <dgm:adjLst>
                              <dgm:adj idx="1" val="0.1098"/>
                              <dgm:adj idx="2" val="19.0387"/>
                              <dgm:adj idx="3" val="75"/>
                              <dgm:adj idx="4" val="-135"/>
                              <dgm:adj idx="5" val="0.125"/>
                            </dgm:adjLst>
                          </dgm:shape>
                        </dgm:if>
                        <dgm:if name="Name71" axis="precedSib" ptType="node" func="cnt" op="equ" val="4">
                          <dgm:shape xmlns:r="http://schemas.openxmlformats.org/officeDocument/2006/relationships" type="leftCircularArrow" r:blip="">
                            <dgm:adjLst>
                              <dgm:adj idx="1" val="0.1098"/>
                              <dgm:adj idx="2" val="19.0387"/>
                              <dgm:adj idx="3" val="105"/>
                              <dgm:adj idx="4" val="-45"/>
                              <dgm:adj idx="5" val="0.125"/>
                            </dgm:adjLst>
                          </dgm:shape>
                        </dgm:if>
                        <dgm:if name="Name72" axis="precedSib" ptType="node" func="cnt" op="equ" val="5">
                          <dgm:shape xmlns:r="http://schemas.openxmlformats.org/officeDocument/2006/relationships" type="circularArrow" r:blip="">
                            <dgm:adjLst>
                              <dgm:adj idx="1" val="0.1098"/>
                              <dgm:adj idx="2" val="19.0387"/>
                              <dgm:adj idx="3" val="75"/>
                              <dgm:adj idx="4" val="-135"/>
                              <dgm:adj idx="5" val="0.125"/>
                            </dgm:adjLst>
                          </dgm:shape>
                        </dgm:if>
                        <dgm:if name="Name73" axis="precedSib" ptType="node" func="cnt" op="equ" val="6">
                          <dgm:shape xmlns:r="http://schemas.openxmlformats.org/officeDocument/2006/relationships" type="blockArc" r:blip="">
                            <dgm:adjLst>
                              <dgm:adj idx="1" val="0"/>
                              <dgm:adj idx="2" val="-45"/>
                              <dgm:adj idx="3" val="0.1274"/>
                            </dgm:adjLst>
                          </dgm:shape>
                        </dgm:if>
                        <dgm:else name="Name74"/>
                      </dgm:choose>
                    </dgm:else>
                  </dgm:choose>
                </dgm:else>
              </dgm:choose>
            </dgm:else>
          </dgm:choose>
          <dgm:presOf/>
        </dgm:layoutNode>
      </dgm:forEach>
    </dgm:forEach>
    <dgm:forEach name="Name75" axis="ch" ptType="node" cnt="1">
      <dgm:layoutNode name="Accent1">
        <dgm:alg type="sp"/>
        <dgm:shape xmlns:r="http://schemas.openxmlformats.org/officeDocument/2006/relationships" r:blip="">
          <dgm:adjLst/>
        </dgm:shape>
        <dgm:presOf/>
        <dgm:constrLst/>
        <dgm:forEach name="Name76" ref="accentRepeat"/>
      </dgm:layoutNode>
      <dgm:choose name="Name77">
        <dgm:if name="Name78" axis="ch" ptType="node" func="cnt" op="gte" val="1">
          <dgm:layoutNode name="Child1"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79"/>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0" axis="ch" ptType="node" st="2" cnt="1">
      <dgm:layoutNode name="Accent2">
        <dgm:alg type="sp"/>
        <dgm:shape xmlns:r="http://schemas.openxmlformats.org/officeDocument/2006/relationships" r:blip="">
          <dgm:adjLst/>
        </dgm:shape>
        <dgm:presOf/>
        <dgm:constrLst/>
        <dgm:forEach name="Name81" ref="accentRepeat"/>
      </dgm:layoutNode>
      <dgm:choose name="Name82">
        <dgm:if name="Name83" axis="ch" ptType="node" func="cnt" op="gte" val="1">
          <dgm:layoutNode name="Child2"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4"/>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choose name="Name87">
        <dgm:if name="Name88" axis="ch" ptType="node" func="cnt" op="gte" val="1">
          <dgm:layoutNode name="Child3"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9"/>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0" axis="ch" ptType="node" st="4" cnt="1">
      <dgm:layoutNode name="Accent4">
        <dgm:alg type="sp"/>
        <dgm:shape xmlns:r="http://schemas.openxmlformats.org/officeDocument/2006/relationships" r:blip="">
          <dgm:adjLst/>
        </dgm:shape>
        <dgm:presOf/>
        <dgm:constrLst/>
        <dgm:forEach name="Name91" ref="accentRepeat"/>
      </dgm:layoutNode>
      <dgm:choose name="Name92">
        <dgm:if name="Name93" axis="ch" ptType="node" func="cnt" op="gte" val="1">
          <dgm:layoutNode name="Child4"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5" axis="ch" ptType="node" st="5" cnt="1">
      <dgm:layoutNode name="Accent5">
        <dgm:alg type="sp"/>
        <dgm:shape xmlns:r="http://schemas.openxmlformats.org/officeDocument/2006/relationships" r:blip="">
          <dgm:adjLst/>
        </dgm:shape>
        <dgm:presOf/>
        <dgm:constrLst/>
        <dgm:forEach name="Name96" ref="accentRepeat"/>
      </dgm:layoutNode>
      <dgm:choose name="Name97">
        <dgm:if name="Name98" axis="ch" ptType="node" func="cnt" op="gte" val="1">
          <dgm:layoutNode name="Child5"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9"/>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0" axis="ch" ptType="node" st="6" cnt="1">
      <dgm:layoutNode name="Accent6">
        <dgm:alg type="sp"/>
        <dgm:shape xmlns:r="http://schemas.openxmlformats.org/officeDocument/2006/relationships" r:blip="">
          <dgm:adjLst/>
        </dgm:shape>
        <dgm:presOf/>
        <dgm:constrLst/>
        <dgm:forEach name="Name101" ref="accentRepeat"/>
      </dgm:layoutNode>
      <dgm:choose name="Name102">
        <dgm:if name="Name103" axis="ch" ptType="node" func="cnt" op="gte" val="1">
          <dgm:layoutNode name="Child6"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4"/>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5" axis="ch" ptType="node" st="7" cnt="1">
      <dgm:layoutNode name="Accent7">
        <dgm:alg type="sp"/>
        <dgm:shape xmlns:r="http://schemas.openxmlformats.org/officeDocument/2006/relationships" r:blip="">
          <dgm:adjLst/>
        </dgm:shape>
        <dgm:presOf/>
        <dgm:constrLst/>
        <dgm:forEach name="Name106" ref="accentRepeat"/>
      </dgm:layoutNode>
      <dgm:choose name="Name107">
        <dgm:if name="Name108" axis="ch" ptType="node" func="cnt" op="gte" val="1">
          <dgm:layoutNode name="Child7"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9"/>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67D5CDF-40C5-2E40-8BEF-2214C6425B6B}" type="datetimeFigureOut">
              <a:rPr lang="en-US" smtClean="0"/>
              <a:t>8/7/24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5312087-3D22-F446-BAAD-EA48D1A62000}" type="slidenum">
              <a:rPr lang="en-US" smtClean="0"/>
              <a:t>‹#›</a:t>
            </a:fld>
            <a:endParaRPr lang="en-US"/>
          </a:p>
        </p:txBody>
      </p:sp>
    </p:spTree>
    <p:extLst>
      <p:ext uri="{BB962C8B-B14F-4D97-AF65-F5344CB8AC3E}">
        <p14:creationId xmlns:p14="http://schemas.microsoft.com/office/powerpoint/2010/main" val="35644478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5312087-3D22-F446-BAAD-EA48D1A62000}" type="slidenum">
              <a:rPr lang="en-US" smtClean="0"/>
              <a:t>1</a:t>
            </a:fld>
            <a:endParaRPr lang="en-US"/>
          </a:p>
        </p:txBody>
      </p:sp>
    </p:spTree>
    <p:extLst>
      <p:ext uri="{BB962C8B-B14F-4D97-AF65-F5344CB8AC3E}">
        <p14:creationId xmlns:p14="http://schemas.microsoft.com/office/powerpoint/2010/main" val="28213918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5312087-3D22-F446-BAAD-EA48D1A62000}" type="slidenum">
              <a:rPr lang="en-US" smtClean="0"/>
              <a:t>2</a:t>
            </a:fld>
            <a:endParaRPr lang="en-US"/>
          </a:p>
        </p:txBody>
      </p:sp>
    </p:spTree>
    <p:extLst>
      <p:ext uri="{BB962C8B-B14F-4D97-AF65-F5344CB8AC3E}">
        <p14:creationId xmlns:p14="http://schemas.microsoft.com/office/powerpoint/2010/main" val="36552238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5312087-3D22-F446-BAAD-EA48D1A62000}" type="slidenum">
              <a:rPr lang="en-US" smtClean="0"/>
              <a:t>3</a:t>
            </a:fld>
            <a:endParaRPr lang="en-US"/>
          </a:p>
        </p:txBody>
      </p:sp>
    </p:spTree>
    <p:extLst>
      <p:ext uri="{BB962C8B-B14F-4D97-AF65-F5344CB8AC3E}">
        <p14:creationId xmlns:p14="http://schemas.microsoft.com/office/powerpoint/2010/main" val="26156120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5312087-3D22-F446-BAAD-EA48D1A62000}" type="slidenum">
              <a:rPr lang="en-US" smtClean="0"/>
              <a:t>4</a:t>
            </a:fld>
            <a:endParaRPr lang="en-US"/>
          </a:p>
        </p:txBody>
      </p:sp>
    </p:spTree>
    <p:extLst>
      <p:ext uri="{BB962C8B-B14F-4D97-AF65-F5344CB8AC3E}">
        <p14:creationId xmlns:p14="http://schemas.microsoft.com/office/powerpoint/2010/main" val="38818556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5312087-3D22-F446-BAAD-EA48D1A62000}" type="slidenum">
              <a:rPr lang="en-US" smtClean="0"/>
              <a:t>5</a:t>
            </a:fld>
            <a:endParaRPr lang="en-US"/>
          </a:p>
        </p:txBody>
      </p:sp>
    </p:spTree>
    <p:extLst>
      <p:ext uri="{BB962C8B-B14F-4D97-AF65-F5344CB8AC3E}">
        <p14:creationId xmlns:p14="http://schemas.microsoft.com/office/powerpoint/2010/main" val="22935095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Note: Change the tab indentation for the second level here</a:t>
            </a:r>
          </a:p>
        </p:txBody>
      </p:sp>
      <p:sp>
        <p:nvSpPr>
          <p:cNvPr id="4" name="Slide Number Placeholder 3"/>
          <p:cNvSpPr>
            <a:spLocks noGrp="1"/>
          </p:cNvSpPr>
          <p:nvPr>
            <p:ph type="sldNum" sz="quarter" idx="5"/>
          </p:nvPr>
        </p:nvSpPr>
        <p:spPr/>
        <p:txBody>
          <a:bodyPr/>
          <a:lstStyle/>
          <a:p>
            <a:fld id="{25312087-3D22-F446-BAAD-EA48D1A62000}" type="slidenum">
              <a:rPr lang="en-US" smtClean="0"/>
              <a:t>6</a:t>
            </a:fld>
            <a:endParaRPr lang="en-US"/>
          </a:p>
        </p:txBody>
      </p:sp>
    </p:spTree>
    <p:extLst>
      <p:ext uri="{BB962C8B-B14F-4D97-AF65-F5344CB8AC3E}">
        <p14:creationId xmlns:p14="http://schemas.microsoft.com/office/powerpoint/2010/main" val="898683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5312087-3D22-F446-BAAD-EA48D1A62000}" type="slidenum">
              <a:rPr lang="en-US" smtClean="0"/>
              <a:t>7</a:t>
            </a:fld>
            <a:endParaRPr lang="en-US"/>
          </a:p>
        </p:txBody>
      </p:sp>
    </p:spTree>
    <p:extLst>
      <p:ext uri="{BB962C8B-B14F-4D97-AF65-F5344CB8AC3E}">
        <p14:creationId xmlns:p14="http://schemas.microsoft.com/office/powerpoint/2010/main" val="29429881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highlight>
                  <a:srgbClr val="FFFF00"/>
                </a:highlight>
              </a:rPr>
              <a:t>TODO: Replace plot with clearer version (may have been completed already, check)</a:t>
            </a:r>
          </a:p>
        </p:txBody>
      </p:sp>
      <p:sp>
        <p:nvSpPr>
          <p:cNvPr id="4" name="Slide Number Placeholder 3"/>
          <p:cNvSpPr>
            <a:spLocks noGrp="1"/>
          </p:cNvSpPr>
          <p:nvPr>
            <p:ph type="sldNum" sz="quarter" idx="5"/>
          </p:nvPr>
        </p:nvSpPr>
        <p:spPr/>
        <p:txBody>
          <a:bodyPr/>
          <a:lstStyle/>
          <a:p>
            <a:fld id="{25312087-3D22-F446-BAAD-EA48D1A62000}" type="slidenum">
              <a:rPr lang="en-US" smtClean="0"/>
              <a:t>8</a:t>
            </a:fld>
            <a:endParaRPr lang="en-US"/>
          </a:p>
        </p:txBody>
      </p:sp>
    </p:spTree>
    <p:extLst>
      <p:ext uri="{BB962C8B-B14F-4D97-AF65-F5344CB8AC3E}">
        <p14:creationId xmlns:p14="http://schemas.microsoft.com/office/powerpoint/2010/main" val="26987350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Note: Change the tab indentation for the second level here</a:t>
            </a:r>
          </a:p>
        </p:txBody>
      </p:sp>
      <p:sp>
        <p:nvSpPr>
          <p:cNvPr id="4" name="Slide Number Placeholder 3"/>
          <p:cNvSpPr>
            <a:spLocks noGrp="1"/>
          </p:cNvSpPr>
          <p:nvPr>
            <p:ph type="sldNum" sz="quarter" idx="5"/>
          </p:nvPr>
        </p:nvSpPr>
        <p:spPr/>
        <p:txBody>
          <a:bodyPr/>
          <a:lstStyle/>
          <a:p>
            <a:fld id="{25312087-3D22-F446-BAAD-EA48D1A62000}" type="slidenum">
              <a:rPr lang="en-US" smtClean="0"/>
              <a:t>9</a:t>
            </a:fld>
            <a:endParaRPr lang="en-US"/>
          </a:p>
        </p:txBody>
      </p:sp>
    </p:spTree>
    <p:extLst>
      <p:ext uri="{BB962C8B-B14F-4D97-AF65-F5344CB8AC3E}">
        <p14:creationId xmlns:p14="http://schemas.microsoft.com/office/powerpoint/2010/main" val="9320015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Note: Change the tab indentation for the second level here</a:t>
            </a:r>
          </a:p>
          <a:p>
            <a:endParaRPr lang="en-US" dirty="0"/>
          </a:p>
        </p:txBody>
      </p:sp>
      <p:sp>
        <p:nvSpPr>
          <p:cNvPr id="4" name="Slide Number Placeholder 3"/>
          <p:cNvSpPr>
            <a:spLocks noGrp="1"/>
          </p:cNvSpPr>
          <p:nvPr>
            <p:ph type="sldNum" sz="quarter" idx="5"/>
          </p:nvPr>
        </p:nvSpPr>
        <p:spPr/>
        <p:txBody>
          <a:bodyPr/>
          <a:lstStyle/>
          <a:p>
            <a:fld id="{25312087-3D22-F446-BAAD-EA48D1A62000}" type="slidenum">
              <a:rPr lang="en-US" smtClean="0"/>
              <a:t>10</a:t>
            </a:fld>
            <a:endParaRPr lang="en-US"/>
          </a:p>
        </p:txBody>
      </p:sp>
    </p:spTree>
    <p:extLst>
      <p:ext uri="{BB962C8B-B14F-4D97-AF65-F5344CB8AC3E}">
        <p14:creationId xmlns:p14="http://schemas.microsoft.com/office/powerpoint/2010/main" val="8102451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Note: Change the tab indentation for the second level here</a:t>
            </a:r>
          </a:p>
        </p:txBody>
      </p:sp>
      <p:sp>
        <p:nvSpPr>
          <p:cNvPr id="4" name="Slide Number Placeholder 3"/>
          <p:cNvSpPr>
            <a:spLocks noGrp="1"/>
          </p:cNvSpPr>
          <p:nvPr>
            <p:ph type="sldNum" sz="quarter" idx="5"/>
          </p:nvPr>
        </p:nvSpPr>
        <p:spPr/>
        <p:txBody>
          <a:bodyPr/>
          <a:lstStyle/>
          <a:p>
            <a:fld id="{25312087-3D22-F446-BAAD-EA48D1A62000}" type="slidenum">
              <a:rPr lang="en-US" smtClean="0"/>
              <a:t>11</a:t>
            </a:fld>
            <a:endParaRPr lang="en-US"/>
          </a:p>
        </p:txBody>
      </p:sp>
    </p:spTree>
    <p:extLst>
      <p:ext uri="{BB962C8B-B14F-4D97-AF65-F5344CB8AC3E}">
        <p14:creationId xmlns:p14="http://schemas.microsoft.com/office/powerpoint/2010/main" val="18657752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ighlight>
                  <a:srgbClr val="FFFF00"/>
                </a:highlight>
              </a:rPr>
              <a:t>TODO: </a:t>
            </a:r>
          </a:p>
          <a:p>
            <a:pPr marL="285750" indent="-285750">
              <a:buFont typeface="Arial" panose="020B0604020202020204" pitchFamily="34" charset="0"/>
              <a:buChar char="•"/>
            </a:pPr>
            <a:r>
              <a:rPr lang="en-US" dirty="0">
                <a:highlight>
                  <a:srgbClr val="FFFF00"/>
                </a:highlight>
              </a:rPr>
              <a:t>Make colors across same desc1s the same </a:t>
            </a:r>
          </a:p>
          <a:p>
            <a:pPr marL="285750" indent="-285750">
              <a:buFont typeface="Arial" panose="020B0604020202020204" pitchFamily="34" charset="0"/>
              <a:buChar char="•"/>
            </a:pPr>
            <a:r>
              <a:rPr lang="en-US" dirty="0">
                <a:highlight>
                  <a:srgbClr val="FFFF00"/>
                </a:highlight>
              </a:rPr>
              <a:t>Fix second level tab indentation</a:t>
            </a:r>
          </a:p>
        </p:txBody>
      </p:sp>
      <p:sp>
        <p:nvSpPr>
          <p:cNvPr id="4" name="Slide Number Placeholder 3"/>
          <p:cNvSpPr>
            <a:spLocks noGrp="1"/>
          </p:cNvSpPr>
          <p:nvPr>
            <p:ph type="sldNum" sz="quarter" idx="5"/>
          </p:nvPr>
        </p:nvSpPr>
        <p:spPr/>
        <p:txBody>
          <a:bodyPr/>
          <a:lstStyle/>
          <a:p>
            <a:fld id="{25312087-3D22-F446-BAAD-EA48D1A62000}" type="slidenum">
              <a:rPr lang="en-US" smtClean="0"/>
              <a:t>12</a:t>
            </a:fld>
            <a:endParaRPr lang="en-US"/>
          </a:p>
        </p:txBody>
      </p:sp>
    </p:spTree>
    <p:extLst>
      <p:ext uri="{BB962C8B-B14F-4D97-AF65-F5344CB8AC3E}">
        <p14:creationId xmlns:p14="http://schemas.microsoft.com/office/powerpoint/2010/main" val="7649471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Graph shows large transactions (&gt;$50,000), particularly those that repeat (</a:t>
            </a:r>
            <a:r>
              <a:rPr lang="en-US" dirty="0" err="1"/>
              <a:t>freq</a:t>
            </a:r>
            <a:r>
              <a:rPr lang="en-US" dirty="0"/>
              <a:t> &gt; 1). Those labelled ‘other’ do not repeat.</a:t>
            </a:r>
          </a:p>
          <a:p>
            <a:pPr marL="228600" indent="-228600">
              <a:buAutoNum type="arabicPeriod"/>
            </a:pPr>
            <a:r>
              <a:rPr lang="en-US" dirty="0"/>
              <a:t>Dotted red line shows scaled sales revenue</a:t>
            </a:r>
          </a:p>
          <a:p>
            <a:pPr marL="228600" indent="-228600">
              <a:buAutoNum type="arabicPeriod"/>
            </a:pPr>
            <a:r>
              <a:rPr lang="en-US" dirty="0"/>
              <a:t>Generally, when sales revenue is at a trough, there’s a lack of large repeated transactions</a:t>
            </a:r>
          </a:p>
          <a:p>
            <a:pPr marL="228600" indent="-228600">
              <a:buAutoNum type="arabicPeriod"/>
            </a:pPr>
            <a:r>
              <a:rPr lang="en-US" dirty="0"/>
              <a:t>Dramatic increase in repeated transactions after FY21, specifically starting with Period 6, FY22</a:t>
            </a:r>
          </a:p>
          <a:p>
            <a:pPr marL="228600" indent="-228600">
              <a:buAutoNum type="arabicPeriod"/>
            </a:pPr>
            <a:r>
              <a:rPr lang="en-US" dirty="0"/>
              <a:t>Most repetitive transaction amount ($50640.5, shown in dark blue), is tied to desc1: EM</a:t>
            </a:r>
          </a:p>
          <a:p>
            <a:pPr marL="228600" indent="-228600">
              <a:buAutoNum type="arabicPeriod"/>
            </a:pPr>
            <a:endParaRPr lang="en-US" dirty="0"/>
          </a:p>
        </p:txBody>
      </p:sp>
      <p:sp>
        <p:nvSpPr>
          <p:cNvPr id="4" name="Slide Number Placeholder 3"/>
          <p:cNvSpPr>
            <a:spLocks noGrp="1"/>
          </p:cNvSpPr>
          <p:nvPr>
            <p:ph type="sldNum" sz="quarter" idx="5"/>
          </p:nvPr>
        </p:nvSpPr>
        <p:spPr/>
        <p:txBody>
          <a:bodyPr/>
          <a:lstStyle/>
          <a:p>
            <a:fld id="{25312087-3D22-F446-BAAD-EA48D1A62000}" type="slidenum">
              <a:rPr lang="en-US" smtClean="0"/>
              <a:t>13</a:t>
            </a:fld>
            <a:endParaRPr lang="en-US"/>
          </a:p>
        </p:txBody>
      </p:sp>
    </p:spTree>
    <p:extLst>
      <p:ext uri="{BB962C8B-B14F-4D97-AF65-F5344CB8AC3E}">
        <p14:creationId xmlns:p14="http://schemas.microsoft.com/office/powerpoint/2010/main" val="3174856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Graph shows large transactions (&gt;$50,000), particularly those that repeat (</a:t>
            </a:r>
            <a:r>
              <a:rPr lang="en-US" dirty="0" err="1"/>
              <a:t>freq</a:t>
            </a:r>
            <a:r>
              <a:rPr lang="en-US" dirty="0"/>
              <a:t> &gt; 1). Those labelled ‘other’ do not repeat.</a:t>
            </a:r>
          </a:p>
          <a:p>
            <a:pPr marL="228600" indent="-228600">
              <a:buAutoNum type="arabicPeriod"/>
            </a:pPr>
            <a:r>
              <a:rPr lang="en-US" dirty="0"/>
              <a:t>Dotted red line shows scaled sales revenue</a:t>
            </a:r>
          </a:p>
          <a:p>
            <a:pPr marL="228600" indent="-228600">
              <a:buAutoNum type="arabicPeriod"/>
            </a:pPr>
            <a:r>
              <a:rPr lang="en-US" dirty="0"/>
              <a:t>Generally, when sales revenue is at a trough, there’s a lack of large repeated transactions</a:t>
            </a:r>
          </a:p>
          <a:p>
            <a:pPr marL="228600" indent="-228600">
              <a:buAutoNum type="arabicPeriod"/>
            </a:pPr>
            <a:r>
              <a:rPr lang="en-US" dirty="0"/>
              <a:t>Dramatic increase in repeated transactions after FY21, specifically starting with Period 6, FY22</a:t>
            </a:r>
          </a:p>
          <a:p>
            <a:pPr marL="228600" indent="-228600">
              <a:buAutoNum type="arabicPeriod"/>
            </a:pPr>
            <a:r>
              <a:rPr lang="en-US" dirty="0"/>
              <a:t>Most repetitive transaction amount ($50640.5, shown in dark blue), is tied to desc1: EM</a:t>
            </a:r>
          </a:p>
          <a:p>
            <a:pPr marL="228600" indent="-228600">
              <a:buAutoNum type="arabicPeriod"/>
            </a:pPr>
            <a:endParaRPr lang="en-US" dirty="0"/>
          </a:p>
        </p:txBody>
      </p:sp>
      <p:sp>
        <p:nvSpPr>
          <p:cNvPr id="4" name="Slide Number Placeholder 3"/>
          <p:cNvSpPr>
            <a:spLocks noGrp="1"/>
          </p:cNvSpPr>
          <p:nvPr>
            <p:ph type="sldNum" sz="quarter" idx="5"/>
          </p:nvPr>
        </p:nvSpPr>
        <p:spPr/>
        <p:txBody>
          <a:bodyPr/>
          <a:lstStyle/>
          <a:p>
            <a:fld id="{25312087-3D22-F446-BAAD-EA48D1A62000}" type="slidenum">
              <a:rPr lang="en-US" smtClean="0"/>
              <a:t>14</a:t>
            </a:fld>
            <a:endParaRPr lang="en-US"/>
          </a:p>
        </p:txBody>
      </p:sp>
    </p:spTree>
    <p:extLst>
      <p:ext uri="{BB962C8B-B14F-4D97-AF65-F5344CB8AC3E}">
        <p14:creationId xmlns:p14="http://schemas.microsoft.com/office/powerpoint/2010/main" val="36021114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Difference between data before and after the onset of Covid is significant and suspicious (particularly for large repeating transactions, which are mostly concentrated in the post-covid era)</a:t>
            </a:r>
          </a:p>
          <a:p>
            <a:endParaRPr lang="en-US" dirty="0"/>
          </a:p>
        </p:txBody>
      </p:sp>
      <p:sp>
        <p:nvSpPr>
          <p:cNvPr id="4" name="Slide Number Placeholder 3"/>
          <p:cNvSpPr>
            <a:spLocks noGrp="1"/>
          </p:cNvSpPr>
          <p:nvPr>
            <p:ph type="sldNum" sz="quarter" idx="5"/>
          </p:nvPr>
        </p:nvSpPr>
        <p:spPr/>
        <p:txBody>
          <a:bodyPr/>
          <a:lstStyle/>
          <a:p>
            <a:fld id="{25312087-3D22-F446-BAAD-EA48D1A62000}" type="slidenum">
              <a:rPr lang="en-US" smtClean="0"/>
              <a:t>15</a:t>
            </a:fld>
            <a:endParaRPr lang="en-US"/>
          </a:p>
        </p:txBody>
      </p:sp>
    </p:spTree>
    <p:extLst>
      <p:ext uri="{BB962C8B-B14F-4D97-AF65-F5344CB8AC3E}">
        <p14:creationId xmlns:p14="http://schemas.microsoft.com/office/powerpoint/2010/main" val="23975990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Modelling: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Helps prioritize the features that</a:t>
            </a:r>
            <a:br>
              <a:rPr lang="en-US" dirty="0"/>
            </a:br>
            <a:r>
              <a:rPr lang="en-US" dirty="0"/>
              <a:t>affect variability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Fitted various models to determine</a:t>
            </a:r>
            <a:br>
              <a:rPr lang="en-US" dirty="0"/>
            </a:br>
            <a:r>
              <a:rPr lang="en-US" dirty="0"/>
              <a:t>predictions for variance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p>
          <a:p>
            <a:endParaRPr lang="en-US" dirty="0"/>
          </a:p>
        </p:txBody>
      </p:sp>
      <p:sp>
        <p:nvSpPr>
          <p:cNvPr id="4" name="Slide Number Placeholder 3"/>
          <p:cNvSpPr>
            <a:spLocks noGrp="1"/>
          </p:cNvSpPr>
          <p:nvPr>
            <p:ph type="sldNum" sz="quarter" idx="5"/>
          </p:nvPr>
        </p:nvSpPr>
        <p:spPr/>
        <p:txBody>
          <a:bodyPr/>
          <a:lstStyle/>
          <a:p>
            <a:fld id="{25312087-3D22-F446-BAAD-EA48D1A62000}" type="slidenum">
              <a:rPr lang="en-US" smtClean="0"/>
              <a:t>16</a:t>
            </a:fld>
            <a:endParaRPr lang="en-US"/>
          </a:p>
        </p:txBody>
      </p:sp>
    </p:spTree>
    <p:extLst>
      <p:ext uri="{BB962C8B-B14F-4D97-AF65-F5344CB8AC3E}">
        <p14:creationId xmlns:p14="http://schemas.microsoft.com/office/powerpoint/2010/main" val="33779058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US" dirty="0"/>
              <a:t>For PCA, a pivot table was created with desc1s as index, period as columns and transaction sums as the values</a:t>
            </a:r>
          </a:p>
          <a:p>
            <a:pPr lvl="1"/>
            <a:r>
              <a:rPr lang="en-US" dirty="0"/>
              <a:t>The diagram above shows the top 2 components of PCA (horizontal being the primary with 92% of variability)</a:t>
            </a:r>
          </a:p>
          <a:p>
            <a:pPr lvl="1"/>
            <a:r>
              <a:rPr lang="en-US" dirty="0"/>
              <a:t>The diagram shows the accounts most associated with each desc1</a:t>
            </a:r>
          </a:p>
          <a:p>
            <a:endParaRPr lang="en-US" dirty="0"/>
          </a:p>
        </p:txBody>
      </p:sp>
      <p:sp>
        <p:nvSpPr>
          <p:cNvPr id="4" name="Slide Number Placeholder 3"/>
          <p:cNvSpPr>
            <a:spLocks noGrp="1"/>
          </p:cNvSpPr>
          <p:nvPr>
            <p:ph type="sldNum" sz="quarter" idx="5"/>
          </p:nvPr>
        </p:nvSpPr>
        <p:spPr/>
        <p:txBody>
          <a:bodyPr/>
          <a:lstStyle/>
          <a:p>
            <a:fld id="{25312087-3D22-F446-BAAD-EA48D1A62000}" type="slidenum">
              <a:rPr lang="en-US" smtClean="0"/>
              <a:t>17</a:t>
            </a:fld>
            <a:endParaRPr lang="en-US"/>
          </a:p>
        </p:txBody>
      </p:sp>
    </p:spTree>
    <p:extLst>
      <p:ext uri="{BB962C8B-B14F-4D97-AF65-F5344CB8AC3E}">
        <p14:creationId xmlns:p14="http://schemas.microsoft.com/office/powerpoint/2010/main" val="240090949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Similar pattern to desc1s</a:t>
            </a:r>
          </a:p>
        </p:txBody>
      </p:sp>
      <p:sp>
        <p:nvSpPr>
          <p:cNvPr id="4" name="Slide Number Placeholder 3"/>
          <p:cNvSpPr>
            <a:spLocks noGrp="1"/>
          </p:cNvSpPr>
          <p:nvPr>
            <p:ph type="sldNum" sz="quarter" idx="5"/>
          </p:nvPr>
        </p:nvSpPr>
        <p:spPr/>
        <p:txBody>
          <a:bodyPr/>
          <a:lstStyle/>
          <a:p>
            <a:fld id="{25312087-3D22-F446-BAAD-EA48D1A62000}" type="slidenum">
              <a:rPr lang="en-US" smtClean="0"/>
              <a:t>18</a:t>
            </a:fld>
            <a:endParaRPr lang="en-US"/>
          </a:p>
        </p:txBody>
      </p:sp>
    </p:spTree>
    <p:extLst>
      <p:ext uri="{BB962C8B-B14F-4D97-AF65-F5344CB8AC3E}">
        <p14:creationId xmlns:p14="http://schemas.microsoft.com/office/powerpoint/2010/main" val="157880615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5312087-3D22-F446-BAAD-EA48D1A62000}" type="slidenum">
              <a:rPr lang="en-US" smtClean="0"/>
              <a:t>19</a:t>
            </a:fld>
            <a:endParaRPr lang="en-US"/>
          </a:p>
        </p:txBody>
      </p:sp>
    </p:spTree>
    <p:extLst>
      <p:ext uri="{BB962C8B-B14F-4D97-AF65-F5344CB8AC3E}">
        <p14:creationId xmlns:p14="http://schemas.microsoft.com/office/powerpoint/2010/main" val="20288524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5312087-3D22-F446-BAAD-EA48D1A62000}" type="slidenum">
              <a:rPr lang="en-US" smtClean="0"/>
              <a:t>20</a:t>
            </a:fld>
            <a:endParaRPr lang="en-US"/>
          </a:p>
        </p:txBody>
      </p:sp>
    </p:spTree>
    <p:extLst>
      <p:ext uri="{BB962C8B-B14F-4D97-AF65-F5344CB8AC3E}">
        <p14:creationId xmlns:p14="http://schemas.microsoft.com/office/powerpoint/2010/main" val="922885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recall original visually inspected plot of revenue and highlight difference in lack of growth with trend plot here</a:t>
            </a:r>
          </a:p>
        </p:txBody>
      </p:sp>
      <p:sp>
        <p:nvSpPr>
          <p:cNvPr id="4" name="Slide Number Placeholder 3"/>
          <p:cNvSpPr>
            <a:spLocks noGrp="1"/>
          </p:cNvSpPr>
          <p:nvPr>
            <p:ph type="sldNum" sz="quarter" idx="5"/>
          </p:nvPr>
        </p:nvSpPr>
        <p:spPr/>
        <p:txBody>
          <a:bodyPr/>
          <a:lstStyle/>
          <a:p>
            <a:fld id="{25312087-3D22-F446-BAAD-EA48D1A62000}" type="slidenum">
              <a:rPr lang="en-US" smtClean="0"/>
              <a:t>21</a:t>
            </a:fld>
            <a:endParaRPr lang="en-US"/>
          </a:p>
        </p:txBody>
      </p:sp>
    </p:spTree>
    <p:extLst>
      <p:ext uri="{BB962C8B-B14F-4D97-AF65-F5344CB8AC3E}">
        <p14:creationId xmlns:p14="http://schemas.microsoft.com/office/powerpoint/2010/main" val="1976314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 panose="020B0604020202020204" pitchFamily="34" charset="0"/>
              <a:buChar char="•"/>
            </a:pPr>
            <a:r>
              <a:rPr lang="en-US" dirty="0">
                <a:highlight>
                  <a:srgbClr val="FFFF00"/>
                </a:highlight>
              </a:rPr>
              <a:t>TODO: generate graph for total </a:t>
            </a:r>
            <a:r>
              <a:rPr lang="en-US" dirty="0" err="1">
                <a:highlight>
                  <a:srgbClr val="FFFF00"/>
                </a:highlight>
              </a:rPr>
              <a:t>txns</a:t>
            </a:r>
            <a:r>
              <a:rPr lang="en-US" dirty="0">
                <a:highlight>
                  <a:srgbClr val="FFFF00"/>
                </a:highlight>
              </a:rPr>
              <a:t> and 4 years for others</a:t>
            </a:r>
          </a:p>
          <a:p>
            <a:pPr marL="285750" indent="-285750">
              <a:buFont typeface="Arial" panose="020B0604020202020204" pitchFamily="34" charset="0"/>
              <a:buChar char="•"/>
            </a:pPr>
            <a:r>
              <a:rPr lang="en-US" dirty="0">
                <a:highlight>
                  <a:srgbClr val="FFFF00"/>
                </a:highlight>
              </a:rPr>
              <a:t>Also create graphs for ensemble</a:t>
            </a:r>
          </a:p>
          <a:p>
            <a:pPr marL="285750" indent="-285750">
              <a:buFont typeface="Arial" panose="020B0604020202020204" pitchFamily="34" charset="0"/>
              <a:buChar char="•"/>
            </a:pPr>
            <a:r>
              <a:rPr lang="en-US" dirty="0">
                <a:highlight>
                  <a:srgbClr val="FFFF00"/>
                </a:highlight>
              </a:rPr>
              <a:t>Highlight row</a:t>
            </a:r>
          </a:p>
          <a:p>
            <a:pPr marL="285750" indent="-285750">
              <a:buFont typeface="Arial" panose="020B0604020202020204" pitchFamily="34" charset="0"/>
              <a:buChar char="•"/>
            </a:pPr>
            <a:r>
              <a:rPr lang="en-US" dirty="0">
                <a:highlight>
                  <a:srgbClr val="FFFF00"/>
                </a:highlight>
              </a:rPr>
              <a:t>Remove index in tables in this slide and the next</a:t>
            </a:r>
          </a:p>
          <a:p>
            <a:pPr marL="285750" indent="-285750">
              <a:buFont typeface="Arial" panose="020B0604020202020204" pitchFamily="34" charset="0"/>
              <a:buChar char="•"/>
            </a:pPr>
            <a:endParaRPr lang="en-US" dirty="0"/>
          </a:p>
          <a:p>
            <a:endParaRPr lang="en-US" dirty="0"/>
          </a:p>
        </p:txBody>
      </p:sp>
      <p:sp>
        <p:nvSpPr>
          <p:cNvPr id="4" name="Slide Number Placeholder 3"/>
          <p:cNvSpPr>
            <a:spLocks noGrp="1"/>
          </p:cNvSpPr>
          <p:nvPr>
            <p:ph type="sldNum" sz="quarter" idx="5"/>
          </p:nvPr>
        </p:nvSpPr>
        <p:spPr/>
        <p:txBody>
          <a:bodyPr/>
          <a:lstStyle/>
          <a:p>
            <a:fld id="{25312087-3D22-F446-BAAD-EA48D1A62000}" type="slidenum">
              <a:rPr lang="en-US" smtClean="0"/>
              <a:t>23</a:t>
            </a:fld>
            <a:endParaRPr lang="en-US"/>
          </a:p>
        </p:txBody>
      </p:sp>
    </p:spTree>
    <p:extLst>
      <p:ext uri="{BB962C8B-B14F-4D97-AF65-F5344CB8AC3E}">
        <p14:creationId xmlns:p14="http://schemas.microsoft.com/office/powerpoint/2010/main" val="52686380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5312087-3D22-F446-BAAD-EA48D1A62000}" type="slidenum">
              <a:rPr lang="en-US" smtClean="0"/>
              <a:t>24</a:t>
            </a:fld>
            <a:endParaRPr lang="en-US"/>
          </a:p>
        </p:txBody>
      </p:sp>
    </p:spTree>
    <p:extLst>
      <p:ext uri="{BB962C8B-B14F-4D97-AF65-F5344CB8AC3E}">
        <p14:creationId xmlns:p14="http://schemas.microsoft.com/office/powerpoint/2010/main" val="169914458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Most repetitive transaction amount ($50640.5, shown in dark blue), is tied to desc1: EM</a:t>
            </a:r>
          </a:p>
          <a:p>
            <a:endParaRPr lang="en-US" dirty="0"/>
          </a:p>
        </p:txBody>
      </p:sp>
      <p:sp>
        <p:nvSpPr>
          <p:cNvPr id="4" name="Slide Number Placeholder 3"/>
          <p:cNvSpPr>
            <a:spLocks noGrp="1"/>
          </p:cNvSpPr>
          <p:nvPr>
            <p:ph type="sldNum" sz="quarter" idx="5"/>
          </p:nvPr>
        </p:nvSpPr>
        <p:spPr/>
        <p:txBody>
          <a:bodyPr/>
          <a:lstStyle/>
          <a:p>
            <a:fld id="{25312087-3D22-F446-BAAD-EA48D1A62000}" type="slidenum">
              <a:rPr lang="en-US" smtClean="0"/>
              <a:t>25</a:t>
            </a:fld>
            <a:endParaRPr lang="en-US"/>
          </a:p>
        </p:txBody>
      </p:sp>
    </p:spTree>
    <p:extLst>
      <p:ext uri="{BB962C8B-B14F-4D97-AF65-F5344CB8AC3E}">
        <p14:creationId xmlns:p14="http://schemas.microsoft.com/office/powerpoint/2010/main" val="231209112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Todo</a:t>
            </a:r>
            <a:r>
              <a:rPr lang="en-US" dirty="0"/>
              <a:t>: Change prediction and true line colors to match previous slide</a:t>
            </a:r>
          </a:p>
        </p:txBody>
      </p:sp>
      <p:sp>
        <p:nvSpPr>
          <p:cNvPr id="4" name="Slide Number Placeholder 3"/>
          <p:cNvSpPr>
            <a:spLocks noGrp="1"/>
          </p:cNvSpPr>
          <p:nvPr>
            <p:ph type="sldNum" sz="quarter" idx="5"/>
          </p:nvPr>
        </p:nvSpPr>
        <p:spPr/>
        <p:txBody>
          <a:bodyPr/>
          <a:lstStyle/>
          <a:p>
            <a:fld id="{25312087-3D22-F446-BAAD-EA48D1A62000}" type="slidenum">
              <a:rPr lang="en-US" smtClean="0"/>
              <a:t>27</a:t>
            </a:fld>
            <a:endParaRPr lang="en-US"/>
          </a:p>
        </p:txBody>
      </p:sp>
    </p:spTree>
    <p:extLst>
      <p:ext uri="{BB962C8B-B14F-4D97-AF65-F5344CB8AC3E}">
        <p14:creationId xmlns:p14="http://schemas.microsoft.com/office/powerpoint/2010/main" val="209109264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5312087-3D22-F446-BAAD-EA48D1A62000}" type="slidenum">
              <a:rPr lang="en-US" smtClean="0"/>
              <a:t>28</a:t>
            </a:fld>
            <a:endParaRPr lang="en-US"/>
          </a:p>
        </p:txBody>
      </p:sp>
    </p:spTree>
    <p:extLst>
      <p:ext uri="{BB962C8B-B14F-4D97-AF65-F5344CB8AC3E}">
        <p14:creationId xmlns:p14="http://schemas.microsoft.com/office/powerpoint/2010/main" val="226644132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5312087-3D22-F446-BAAD-EA48D1A62000}" type="slidenum">
              <a:rPr lang="en-US" smtClean="0"/>
              <a:t>29</a:t>
            </a:fld>
            <a:endParaRPr lang="en-US"/>
          </a:p>
        </p:txBody>
      </p:sp>
    </p:spTree>
    <p:extLst>
      <p:ext uri="{BB962C8B-B14F-4D97-AF65-F5344CB8AC3E}">
        <p14:creationId xmlns:p14="http://schemas.microsoft.com/office/powerpoint/2010/main" val="172554280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5312087-3D22-F446-BAAD-EA48D1A62000}" type="slidenum">
              <a:rPr lang="en-US" smtClean="0"/>
              <a:t>30</a:t>
            </a:fld>
            <a:endParaRPr lang="en-US"/>
          </a:p>
        </p:txBody>
      </p:sp>
    </p:spTree>
    <p:extLst>
      <p:ext uri="{BB962C8B-B14F-4D97-AF65-F5344CB8AC3E}">
        <p14:creationId xmlns:p14="http://schemas.microsoft.com/office/powerpoint/2010/main" val="39663851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Didn’t have full access to the feature reference for the dataset, so assumptions had to be made about what each feature is using general accounting principles and exploratory data analysis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less than 4 fiscal years of data was provided for analysis, making pre-pandemic trends particularly hard to identify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25312087-3D22-F446-BAAD-EA48D1A62000}" type="slidenum">
              <a:rPr lang="en-US" smtClean="0"/>
              <a:t>32</a:t>
            </a:fld>
            <a:endParaRPr lang="en-US"/>
          </a:p>
        </p:txBody>
      </p:sp>
    </p:spTree>
    <p:extLst>
      <p:ext uri="{BB962C8B-B14F-4D97-AF65-F5344CB8AC3E}">
        <p14:creationId xmlns:p14="http://schemas.microsoft.com/office/powerpoint/2010/main" val="156922203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5312087-3D22-F446-BAAD-EA48D1A62000}" type="slidenum">
              <a:rPr lang="en-US" smtClean="0"/>
              <a:t>34</a:t>
            </a:fld>
            <a:endParaRPr lang="en-US"/>
          </a:p>
        </p:txBody>
      </p:sp>
    </p:spTree>
    <p:extLst>
      <p:ext uri="{BB962C8B-B14F-4D97-AF65-F5344CB8AC3E}">
        <p14:creationId xmlns:p14="http://schemas.microsoft.com/office/powerpoint/2010/main" val="20829694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Time series matrix was used for different features (e.g., desc1 and Account) and the subtotal for each feature was compared against the total transaction amount</a:t>
            </a:r>
          </a:p>
          <a:p>
            <a:r>
              <a:rPr lang="en-US" sz="1200" dirty="0"/>
              <a:t>Granger Causality takes the total transaction amount and compares it against subtotals in previous (or lagged) timeframes (e.g., the total for Oct FY22 could be compared to the EM desc1 total for Jul FY21)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Period was preferable to week in keeping with the organization of the data, but using </a:t>
            </a:r>
            <a:r>
              <a:rPr lang="en-US" sz="1200" dirty="0" err="1"/>
              <a:t>adfuller</a:t>
            </a:r>
            <a:r>
              <a:rPr lang="en-US" sz="1200" dirty="0"/>
              <a:t> testing, </a:t>
            </a:r>
            <a:r>
              <a:rPr lang="en-US" sz="1200" dirty="0" err="1"/>
              <a:t>period_fyear</a:t>
            </a:r>
            <a:r>
              <a:rPr lang="en-US" sz="1200" dirty="0"/>
              <a:t> was found to be non stationary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00" dirty="0">
                <a:ea typeface="Calibri" panose="020F0502020204030204" pitchFamily="34" charset="0"/>
                <a:cs typeface="Times New Roman" panose="02020603050405020304" pitchFamily="18" charset="0"/>
              </a:rPr>
              <a:t>Isolated volatility (e.g., transaction troughs) to determine the reliability of the revenue stream for answering concerns about its predictability</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endParaRPr lang="en-US" sz="1200" dirty="0"/>
          </a:p>
          <a:p>
            <a:endParaRPr lang="en-US" dirty="0"/>
          </a:p>
        </p:txBody>
      </p:sp>
      <p:sp>
        <p:nvSpPr>
          <p:cNvPr id="4" name="Slide Number Placeholder 3"/>
          <p:cNvSpPr>
            <a:spLocks noGrp="1"/>
          </p:cNvSpPr>
          <p:nvPr>
            <p:ph type="sldNum" sz="quarter" idx="5"/>
          </p:nvPr>
        </p:nvSpPr>
        <p:spPr/>
        <p:txBody>
          <a:bodyPr/>
          <a:lstStyle/>
          <a:p>
            <a:fld id="{25312087-3D22-F446-BAAD-EA48D1A62000}" type="slidenum">
              <a:rPr lang="en-US" smtClean="0"/>
              <a:t>36</a:t>
            </a:fld>
            <a:endParaRPr lang="en-US"/>
          </a:p>
        </p:txBody>
      </p:sp>
    </p:spTree>
    <p:extLst>
      <p:ext uri="{BB962C8B-B14F-4D97-AF65-F5344CB8AC3E}">
        <p14:creationId xmlns:p14="http://schemas.microsoft.com/office/powerpoint/2010/main" val="119623051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5312087-3D22-F446-BAAD-EA48D1A62000}" type="slidenum">
              <a:rPr lang="en-US" smtClean="0"/>
              <a:t>37</a:t>
            </a:fld>
            <a:endParaRPr lang="en-US"/>
          </a:p>
        </p:txBody>
      </p:sp>
    </p:spTree>
    <p:extLst>
      <p:ext uri="{BB962C8B-B14F-4D97-AF65-F5344CB8AC3E}">
        <p14:creationId xmlns:p14="http://schemas.microsoft.com/office/powerpoint/2010/main" val="412065392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ighlight>
                  <a:srgbClr val="FFFF00"/>
                </a:highlight>
              </a:rPr>
              <a:t>TODO: </a:t>
            </a:r>
          </a:p>
          <a:p>
            <a:pPr marL="285750" indent="-285750">
              <a:buFont typeface="Arial" panose="020B0604020202020204" pitchFamily="34" charset="0"/>
              <a:buChar char="•"/>
            </a:pPr>
            <a:r>
              <a:rPr lang="en-US" dirty="0">
                <a:highlight>
                  <a:srgbClr val="FFFF00"/>
                </a:highlight>
              </a:rPr>
              <a:t>Highlight one or two rows in the table</a:t>
            </a:r>
          </a:p>
          <a:p>
            <a:endParaRPr lang="en-US" dirty="0"/>
          </a:p>
        </p:txBody>
      </p:sp>
      <p:sp>
        <p:nvSpPr>
          <p:cNvPr id="4" name="Slide Number Placeholder 3"/>
          <p:cNvSpPr>
            <a:spLocks noGrp="1"/>
          </p:cNvSpPr>
          <p:nvPr>
            <p:ph type="sldNum" sz="quarter" idx="5"/>
          </p:nvPr>
        </p:nvSpPr>
        <p:spPr/>
        <p:txBody>
          <a:bodyPr/>
          <a:lstStyle/>
          <a:p>
            <a:fld id="{25312087-3D22-F446-BAAD-EA48D1A62000}" type="slidenum">
              <a:rPr lang="en-US" smtClean="0"/>
              <a:t>38</a:t>
            </a:fld>
            <a:endParaRPr lang="en-US"/>
          </a:p>
        </p:txBody>
      </p:sp>
    </p:spTree>
    <p:extLst>
      <p:ext uri="{BB962C8B-B14F-4D97-AF65-F5344CB8AC3E}">
        <p14:creationId xmlns:p14="http://schemas.microsoft.com/office/powerpoint/2010/main" val="32319038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0D316-D3B5-E5C0-B9D5-EE387DE54F25}"/>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1A9E4F2-E9F7-FB8B-FF5D-493698A4155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181DD97-0840-FE45-9E80-944B7E4E7157}"/>
              </a:ext>
            </a:extLst>
          </p:cNvPr>
          <p:cNvSpPr>
            <a:spLocks noGrp="1"/>
          </p:cNvSpPr>
          <p:nvPr>
            <p:ph type="dt" sz="half" idx="10"/>
          </p:nvPr>
        </p:nvSpPr>
        <p:spPr>
          <a:xfrm>
            <a:off x="838200" y="6356350"/>
            <a:ext cx="2743200" cy="365125"/>
          </a:xfrm>
          <a:prstGeom prst="rect">
            <a:avLst/>
          </a:prstGeom>
        </p:spPr>
        <p:txBody>
          <a:bodyPr/>
          <a:lstStyle/>
          <a:p>
            <a:fld id="{9882782C-F709-9249-BAB1-F8B0D063E1D5}" type="datetimeFigureOut">
              <a:rPr lang="en-US" smtClean="0"/>
              <a:t>8/7/24</a:t>
            </a:fld>
            <a:endParaRPr lang="en-US"/>
          </a:p>
        </p:txBody>
      </p:sp>
      <p:sp>
        <p:nvSpPr>
          <p:cNvPr id="5" name="Footer Placeholder 4">
            <a:extLst>
              <a:ext uri="{FF2B5EF4-FFF2-40B4-BE49-F238E27FC236}">
                <a16:creationId xmlns:a16="http://schemas.microsoft.com/office/drawing/2014/main" id="{8F68FBFF-DBB4-3BAC-21B2-EEFAC69478F4}"/>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919C976C-4A4C-0C0E-6E71-DC61BAF08BBA}"/>
              </a:ext>
            </a:extLst>
          </p:cNvPr>
          <p:cNvSpPr>
            <a:spLocks noGrp="1"/>
          </p:cNvSpPr>
          <p:nvPr>
            <p:ph type="sldNum" sz="quarter" idx="12"/>
          </p:nvPr>
        </p:nvSpPr>
        <p:spPr>
          <a:xfrm>
            <a:off x="8610600" y="6356350"/>
            <a:ext cx="2743200" cy="365125"/>
          </a:xfrm>
          <a:prstGeom prst="rect">
            <a:avLst/>
          </a:prstGeom>
        </p:spPr>
        <p:txBody>
          <a:bodyPr/>
          <a:lstStyle/>
          <a:p>
            <a:fld id="{D48FF75A-A78E-7642-97B2-AC88920B44AE}" type="slidenum">
              <a:rPr lang="en-US" smtClean="0"/>
              <a:t>‹#›</a:t>
            </a:fld>
            <a:endParaRPr lang="en-US"/>
          </a:p>
        </p:txBody>
      </p:sp>
    </p:spTree>
    <p:extLst>
      <p:ext uri="{BB962C8B-B14F-4D97-AF65-F5344CB8AC3E}">
        <p14:creationId xmlns:p14="http://schemas.microsoft.com/office/powerpoint/2010/main" val="18324792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F18B7-884C-70A5-F924-D2CB5BD245DA}"/>
              </a:ext>
            </a:extLst>
          </p:cNvPr>
          <p:cNvSpPr>
            <a:spLocks noGrp="1"/>
          </p:cNvSpPr>
          <p:nvPr>
            <p:ph type="title"/>
          </p:nvPr>
        </p:nvSpPr>
        <p:spPr>
          <a:xfrm>
            <a:off x="838200" y="375064"/>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25465F0A-0CE2-AE75-B948-000E7558D1C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E8B1A88-9F6D-E128-7046-6C9E7BCE8A01}"/>
              </a:ext>
            </a:extLst>
          </p:cNvPr>
          <p:cNvSpPr>
            <a:spLocks noGrp="1"/>
          </p:cNvSpPr>
          <p:nvPr>
            <p:ph type="dt" sz="half" idx="10"/>
          </p:nvPr>
        </p:nvSpPr>
        <p:spPr>
          <a:xfrm>
            <a:off x="838200" y="6356350"/>
            <a:ext cx="2743200" cy="365125"/>
          </a:xfrm>
          <a:prstGeom prst="rect">
            <a:avLst/>
          </a:prstGeom>
        </p:spPr>
        <p:txBody>
          <a:bodyPr/>
          <a:lstStyle/>
          <a:p>
            <a:fld id="{9882782C-F709-9249-BAB1-F8B0D063E1D5}" type="datetimeFigureOut">
              <a:rPr lang="en-US" smtClean="0"/>
              <a:t>8/7/24</a:t>
            </a:fld>
            <a:endParaRPr lang="en-US"/>
          </a:p>
        </p:txBody>
      </p:sp>
      <p:sp>
        <p:nvSpPr>
          <p:cNvPr id="5" name="Footer Placeholder 4">
            <a:extLst>
              <a:ext uri="{FF2B5EF4-FFF2-40B4-BE49-F238E27FC236}">
                <a16:creationId xmlns:a16="http://schemas.microsoft.com/office/drawing/2014/main" id="{6F36BCCB-D6DF-CC78-8C4A-7707DB09C918}"/>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FE180EB4-82BE-FCD3-D947-FAC11C9A6F32}"/>
              </a:ext>
            </a:extLst>
          </p:cNvPr>
          <p:cNvSpPr>
            <a:spLocks noGrp="1"/>
          </p:cNvSpPr>
          <p:nvPr>
            <p:ph type="sldNum" sz="quarter" idx="12"/>
          </p:nvPr>
        </p:nvSpPr>
        <p:spPr>
          <a:xfrm>
            <a:off x="8610600" y="6356350"/>
            <a:ext cx="2743200" cy="365125"/>
          </a:xfrm>
          <a:prstGeom prst="rect">
            <a:avLst/>
          </a:prstGeom>
        </p:spPr>
        <p:txBody>
          <a:bodyPr/>
          <a:lstStyle/>
          <a:p>
            <a:fld id="{D48FF75A-A78E-7642-97B2-AC88920B44AE}" type="slidenum">
              <a:rPr lang="en-US" smtClean="0"/>
              <a:t>‹#›</a:t>
            </a:fld>
            <a:endParaRPr lang="en-US"/>
          </a:p>
        </p:txBody>
      </p:sp>
    </p:spTree>
    <p:extLst>
      <p:ext uri="{BB962C8B-B14F-4D97-AF65-F5344CB8AC3E}">
        <p14:creationId xmlns:p14="http://schemas.microsoft.com/office/powerpoint/2010/main" val="18390665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E07F30-A5C4-F656-155B-D9DFE70CD577}"/>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9B52EE9-7F69-D7F6-992F-DCE341ACA98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B531E5D-8AF8-A742-D791-3EF56525EB8A}"/>
              </a:ext>
            </a:extLst>
          </p:cNvPr>
          <p:cNvSpPr>
            <a:spLocks noGrp="1"/>
          </p:cNvSpPr>
          <p:nvPr>
            <p:ph type="dt" sz="half" idx="10"/>
          </p:nvPr>
        </p:nvSpPr>
        <p:spPr>
          <a:xfrm>
            <a:off x="838200" y="6356350"/>
            <a:ext cx="2743200" cy="365125"/>
          </a:xfrm>
          <a:prstGeom prst="rect">
            <a:avLst/>
          </a:prstGeom>
        </p:spPr>
        <p:txBody>
          <a:bodyPr/>
          <a:lstStyle/>
          <a:p>
            <a:fld id="{9882782C-F709-9249-BAB1-F8B0D063E1D5}" type="datetimeFigureOut">
              <a:rPr lang="en-US" smtClean="0"/>
              <a:t>8/7/24</a:t>
            </a:fld>
            <a:endParaRPr lang="en-US"/>
          </a:p>
        </p:txBody>
      </p:sp>
      <p:sp>
        <p:nvSpPr>
          <p:cNvPr id="5" name="Footer Placeholder 4">
            <a:extLst>
              <a:ext uri="{FF2B5EF4-FFF2-40B4-BE49-F238E27FC236}">
                <a16:creationId xmlns:a16="http://schemas.microsoft.com/office/drawing/2014/main" id="{77338712-57F0-04C7-97EB-D73599D6392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4AD712E1-DC57-4133-6579-A2E520ED2DCA}"/>
              </a:ext>
            </a:extLst>
          </p:cNvPr>
          <p:cNvSpPr>
            <a:spLocks noGrp="1"/>
          </p:cNvSpPr>
          <p:nvPr>
            <p:ph type="sldNum" sz="quarter" idx="12"/>
          </p:nvPr>
        </p:nvSpPr>
        <p:spPr>
          <a:xfrm>
            <a:off x="8610600" y="6356350"/>
            <a:ext cx="2743200" cy="365125"/>
          </a:xfrm>
          <a:prstGeom prst="rect">
            <a:avLst/>
          </a:prstGeom>
        </p:spPr>
        <p:txBody>
          <a:bodyPr/>
          <a:lstStyle/>
          <a:p>
            <a:fld id="{D48FF75A-A78E-7642-97B2-AC88920B44AE}" type="slidenum">
              <a:rPr lang="en-US" smtClean="0"/>
              <a:t>‹#›</a:t>
            </a:fld>
            <a:endParaRPr lang="en-US"/>
          </a:p>
        </p:txBody>
      </p:sp>
    </p:spTree>
    <p:extLst>
      <p:ext uri="{BB962C8B-B14F-4D97-AF65-F5344CB8AC3E}">
        <p14:creationId xmlns:p14="http://schemas.microsoft.com/office/powerpoint/2010/main" val="3554526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8D0AC-4B4A-1929-B47C-D660C6D24F62}"/>
              </a:ext>
            </a:extLst>
          </p:cNvPr>
          <p:cNvSpPr>
            <a:spLocks noGrp="1"/>
          </p:cNvSpPr>
          <p:nvPr>
            <p:ph type="title"/>
          </p:nvPr>
        </p:nvSpPr>
        <p:spPr>
          <a:xfrm>
            <a:off x="838200" y="375064"/>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3F1B301F-0056-3E79-4623-EEDA19BA627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42E247E-0484-4E47-3648-A55519D73D7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24B028B-5CC0-2467-2B2D-3E2DE595DC47}"/>
              </a:ext>
            </a:extLst>
          </p:cNvPr>
          <p:cNvSpPr>
            <a:spLocks noGrp="1"/>
          </p:cNvSpPr>
          <p:nvPr>
            <p:ph type="dt" sz="half" idx="10"/>
          </p:nvPr>
        </p:nvSpPr>
        <p:spPr>
          <a:xfrm>
            <a:off x="838200" y="6356350"/>
            <a:ext cx="2743200" cy="365125"/>
          </a:xfrm>
          <a:prstGeom prst="rect">
            <a:avLst/>
          </a:prstGeom>
        </p:spPr>
        <p:txBody>
          <a:bodyPr/>
          <a:lstStyle/>
          <a:p>
            <a:fld id="{9882782C-F709-9249-BAB1-F8B0D063E1D5}" type="datetimeFigureOut">
              <a:rPr lang="en-US" smtClean="0"/>
              <a:t>8/7/24</a:t>
            </a:fld>
            <a:endParaRPr lang="en-US"/>
          </a:p>
        </p:txBody>
      </p:sp>
      <p:sp>
        <p:nvSpPr>
          <p:cNvPr id="6" name="Footer Placeholder 5">
            <a:extLst>
              <a:ext uri="{FF2B5EF4-FFF2-40B4-BE49-F238E27FC236}">
                <a16:creationId xmlns:a16="http://schemas.microsoft.com/office/drawing/2014/main" id="{7F1EBE98-D0C0-6757-A6C7-A06AC2AF5FD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3BC52C72-83D0-7D3B-8993-0EC9907126FA}"/>
              </a:ext>
            </a:extLst>
          </p:cNvPr>
          <p:cNvSpPr>
            <a:spLocks noGrp="1"/>
          </p:cNvSpPr>
          <p:nvPr>
            <p:ph type="sldNum" sz="quarter" idx="12"/>
          </p:nvPr>
        </p:nvSpPr>
        <p:spPr>
          <a:xfrm>
            <a:off x="8610600" y="6356350"/>
            <a:ext cx="2743200" cy="365125"/>
          </a:xfrm>
          <a:prstGeom prst="rect">
            <a:avLst/>
          </a:prstGeom>
        </p:spPr>
        <p:txBody>
          <a:bodyPr/>
          <a:lstStyle/>
          <a:p>
            <a:fld id="{D48FF75A-A78E-7642-97B2-AC88920B44AE}" type="slidenum">
              <a:rPr lang="en-US" smtClean="0"/>
              <a:t>‹#›</a:t>
            </a:fld>
            <a:endParaRPr lang="en-US"/>
          </a:p>
        </p:txBody>
      </p:sp>
    </p:spTree>
    <p:extLst>
      <p:ext uri="{BB962C8B-B14F-4D97-AF65-F5344CB8AC3E}">
        <p14:creationId xmlns:p14="http://schemas.microsoft.com/office/powerpoint/2010/main" val="2796094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22C67-9A89-F7DC-E8A8-2343433FE6F8}"/>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CD7B3C7B-17CA-FFEA-3698-2324ED9A2CE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DE4883B-4E5C-CDCF-92C2-E9DC24DC4B4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97F88C6-5B73-362F-CBC7-CB549F2C21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BEEF962-F576-0724-C3B1-A25BF26733E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0FAACCD-D0EF-1306-1DBF-94FAC9F14D49}"/>
              </a:ext>
            </a:extLst>
          </p:cNvPr>
          <p:cNvSpPr>
            <a:spLocks noGrp="1"/>
          </p:cNvSpPr>
          <p:nvPr>
            <p:ph type="dt" sz="half" idx="10"/>
          </p:nvPr>
        </p:nvSpPr>
        <p:spPr>
          <a:xfrm>
            <a:off x="838200" y="6356350"/>
            <a:ext cx="2743200" cy="365125"/>
          </a:xfrm>
          <a:prstGeom prst="rect">
            <a:avLst/>
          </a:prstGeom>
        </p:spPr>
        <p:txBody>
          <a:bodyPr/>
          <a:lstStyle/>
          <a:p>
            <a:fld id="{9882782C-F709-9249-BAB1-F8B0D063E1D5}" type="datetimeFigureOut">
              <a:rPr lang="en-US" smtClean="0"/>
              <a:t>8/7/24</a:t>
            </a:fld>
            <a:endParaRPr lang="en-US"/>
          </a:p>
        </p:txBody>
      </p:sp>
      <p:sp>
        <p:nvSpPr>
          <p:cNvPr id="8" name="Footer Placeholder 7">
            <a:extLst>
              <a:ext uri="{FF2B5EF4-FFF2-40B4-BE49-F238E27FC236}">
                <a16:creationId xmlns:a16="http://schemas.microsoft.com/office/drawing/2014/main" id="{40DB58A2-EAF7-8A9A-513F-FDE51D996626}"/>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EEF1AD75-35FC-EA9A-6F94-5E4AA2168D37}"/>
              </a:ext>
            </a:extLst>
          </p:cNvPr>
          <p:cNvSpPr>
            <a:spLocks noGrp="1"/>
          </p:cNvSpPr>
          <p:nvPr>
            <p:ph type="sldNum" sz="quarter" idx="12"/>
          </p:nvPr>
        </p:nvSpPr>
        <p:spPr>
          <a:xfrm>
            <a:off x="8610600" y="6356350"/>
            <a:ext cx="2743200" cy="365125"/>
          </a:xfrm>
          <a:prstGeom prst="rect">
            <a:avLst/>
          </a:prstGeom>
        </p:spPr>
        <p:txBody>
          <a:bodyPr/>
          <a:lstStyle/>
          <a:p>
            <a:fld id="{D48FF75A-A78E-7642-97B2-AC88920B44AE}" type="slidenum">
              <a:rPr lang="en-US" smtClean="0"/>
              <a:t>‹#›</a:t>
            </a:fld>
            <a:endParaRPr lang="en-US"/>
          </a:p>
        </p:txBody>
      </p:sp>
    </p:spTree>
    <p:extLst>
      <p:ext uri="{BB962C8B-B14F-4D97-AF65-F5344CB8AC3E}">
        <p14:creationId xmlns:p14="http://schemas.microsoft.com/office/powerpoint/2010/main" val="1263548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7A96E-136C-4C9B-08D3-6A89F10E90FA}"/>
              </a:ext>
            </a:extLst>
          </p:cNvPr>
          <p:cNvSpPr>
            <a:spLocks noGrp="1"/>
          </p:cNvSpPr>
          <p:nvPr>
            <p:ph type="title"/>
          </p:nvPr>
        </p:nvSpPr>
        <p:spPr>
          <a:xfrm>
            <a:off x="838200" y="375064"/>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63ECC67A-0D5C-97A5-207D-63FA25FAC82B}"/>
              </a:ext>
            </a:extLst>
          </p:cNvPr>
          <p:cNvSpPr>
            <a:spLocks noGrp="1"/>
          </p:cNvSpPr>
          <p:nvPr>
            <p:ph type="dt" sz="half" idx="10"/>
          </p:nvPr>
        </p:nvSpPr>
        <p:spPr>
          <a:xfrm>
            <a:off x="838200" y="6356350"/>
            <a:ext cx="2743200" cy="365125"/>
          </a:xfrm>
          <a:prstGeom prst="rect">
            <a:avLst/>
          </a:prstGeom>
        </p:spPr>
        <p:txBody>
          <a:bodyPr/>
          <a:lstStyle/>
          <a:p>
            <a:fld id="{9882782C-F709-9249-BAB1-F8B0D063E1D5}" type="datetimeFigureOut">
              <a:rPr lang="en-US" smtClean="0"/>
              <a:t>8/7/24</a:t>
            </a:fld>
            <a:endParaRPr lang="en-US"/>
          </a:p>
        </p:txBody>
      </p:sp>
      <p:sp>
        <p:nvSpPr>
          <p:cNvPr id="4" name="Footer Placeholder 3">
            <a:extLst>
              <a:ext uri="{FF2B5EF4-FFF2-40B4-BE49-F238E27FC236}">
                <a16:creationId xmlns:a16="http://schemas.microsoft.com/office/drawing/2014/main" id="{EAE7DD45-05AE-6DF3-08F3-CF5E07AC63D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1A9ABF75-AA6F-F5DB-9778-BC7B84814BDA}"/>
              </a:ext>
            </a:extLst>
          </p:cNvPr>
          <p:cNvSpPr>
            <a:spLocks noGrp="1"/>
          </p:cNvSpPr>
          <p:nvPr>
            <p:ph type="sldNum" sz="quarter" idx="12"/>
          </p:nvPr>
        </p:nvSpPr>
        <p:spPr>
          <a:xfrm>
            <a:off x="8610600" y="6356350"/>
            <a:ext cx="2743200" cy="365125"/>
          </a:xfrm>
          <a:prstGeom prst="rect">
            <a:avLst/>
          </a:prstGeom>
        </p:spPr>
        <p:txBody>
          <a:bodyPr/>
          <a:lstStyle/>
          <a:p>
            <a:fld id="{D48FF75A-A78E-7642-97B2-AC88920B44AE}" type="slidenum">
              <a:rPr lang="en-US" smtClean="0"/>
              <a:t>‹#›</a:t>
            </a:fld>
            <a:endParaRPr lang="en-US"/>
          </a:p>
        </p:txBody>
      </p:sp>
    </p:spTree>
    <p:extLst>
      <p:ext uri="{BB962C8B-B14F-4D97-AF65-F5344CB8AC3E}">
        <p14:creationId xmlns:p14="http://schemas.microsoft.com/office/powerpoint/2010/main" val="30502654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9A0CA42-DB63-3FFC-941C-ECF45EF87B94}"/>
              </a:ext>
            </a:extLst>
          </p:cNvPr>
          <p:cNvSpPr>
            <a:spLocks noGrp="1"/>
          </p:cNvSpPr>
          <p:nvPr>
            <p:ph type="dt" sz="half" idx="10"/>
          </p:nvPr>
        </p:nvSpPr>
        <p:spPr>
          <a:xfrm>
            <a:off x="838200" y="6356350"/>
            <a:ext cx="2743200" cy="365125"/>
          </a:xfrm>
          <a:prstGeom prst="rect">
            <a:avLst/>
          </a:prstGeom>
        </p:spPr>
        <p:txBody>
          <a:bodyPr/>
          <a:lstStyle/>
          <a:p>
            <a:fld id="{9882782C-F709-9249-BAB1-F8B0D063E1D5}" type="datetimeFigureOut">
              <a:rPr lang="en-US" smtClean="0"/>
              <a:t>8/7/24</a:t>
            </a:fld>
            <a:endParaRPr lang="en-US"/>
          </a:p>
        </p:txBody>
      </p:sp>
      <p:sp>
        <p:nvSpPr>
          <p:cNvPr id="3" name="Footer Placeholder 2">
            <a:extLst>
              <a:ext uri="{FF2B5EF4-FFF2-40B4-BE49-F238E27FC236}">
                <a16:creationId xmlns:a16="http://schemas.microsoft.com/office/drawing/2014/main" id="{A1FC4AAE-0E66-CEBE-AFC3-6216543BAB7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3398950C-A232-472B-A325-CA5B218A54F1}"/>
              </a:ext>
            </a:extLst>
          </p:cNvPr>
          <p:cNvSpPr>
            <a:spLocks noGrp="1"/>
          </p:cNvSpPr>
          <p:nvPr>
            <p:ph type="sldNum" sz="quarter" idx="12"/>
          </p:nvPr>
        </p:nvSpPr>
        <p:spPr>
          <a:xfrm>
            <a:off x="8610600" y="6356350"/>
            <a:ext cx="2743200" cy="365125"/>
          </a:xfrm>
          <a:prstGeom prst="rect">
            <a:avLst/>
          </a:prstGeom>
        </p:spPr>
        <p:txBody>
          <a:bodyPr/>
          <a:lstStyle/>
          <a:p>
            <a:fld id="{D48FF75A-A78E-7642-97B2-AC88920B44AE}" type="slidenum">
              <a:rPr lang="en-US" smtClean="0"/>
              <a:t>‹#›</a:t>
            </a:fld>
            <a:endParaRPr lang="en-US"/>
          </a:p>
        </p:txBody>
      </p:sp>
    </p:spTree>
    <p:extLst>
      <p:ext uri="{BB962C8B-B14F-4D97-AF65-F5344CB8AC3E}">
        <p14:creationId xmlns:p14="http://schemas.microsoft.com/office/powerpoint/2010/main" val="33368364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772A8-4DB0-F075-25A4-172190721710}"/>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892DDE-F702-C45F-351D-CCB1E7914C1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682219E-4292-0A61-D966-CECA4A8C3B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0C70E40-BEE3-AE93-1C52-1971DF259792}"/>
              </a:ext>
            </a:extLst>
          </p:cNvPr>
          <p:cNvSpPr>
            <a:spLocks noGrp="1"/>
          </p:cNvSpPr>
          <p:nvPr>
            <p:ph type="dt" sz="half" idx="10"/>
          </p:nvPr>
        </p:nvSpPr>
        <p:spPr>
          <a:xfrm>
            <a:off x="838200" y="6356350"/>
            <a:ext cx="2743200" cy="365125"/>
          </a:xfrm>
          <a:prstGeom prst="rect">
            <a:avLst/>
          </a:prstGeom>
        </p:spPr>
        <p:txBody>
          <a:bodyPr/>
          <a:lstStyle/>
          <a:p>
            <a:fld id="{9882782C-F709-9249-BAB1-F8B0D063E1D5}" type="datetimeFigureOut">
              <a:rPr lang="en-US" smtClean="0"/>
              <a:t>8/7/24</a:t>
            </a:fld>
            <a:endParaRPr lang="en-US"/>
          </a:p>
        </p:txBody>
      </p:sp>
      <p:sp>
        <p:nvSpPr>
          <p:cNvPr id="6" name="Footer Placeholder 5">
            <a:extLst>
              <a:ext uri="{FF2B5EF4-FFF2-40B4-BE49-F238E27FC236}">
                <a16:creationId xmlns:a16="http://schemas.microsoft.com/office/drawing/2014/main" id="{291EF4F3-4409-0417-139D-162C731D402A}"/>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722C0C4C-DF42-F817-2ED5-1BA9D49B5AB9}"/>
              </a:ext>
            </a:extLst>
          </p:cNvPr>
          <p:cNvSpPr>
            <a:spLocks noGrp="1"/>
          </p:cNvSpPr>
          <p:nvPr>
            <p:ph type="sldNum" sz="quarter" idx="12"/>
          </p:nvPr>
        </p:nvSpPr>
        <p:spPr>
          <a:xfrm>
            <a:off x="8610600" y="6356350"/>
            <a:ext cx="2743200" cy="365125"/>
          </a:xfrm>
          <a:prstGeom prst="rect">
            <a:avLst/>
          </a:prstGeom>
        </p:spPr>
        <p:txBody>
          <a:bodyPr/>
          <a:lstStyle/>
          <a:p>
            <a:fld id="{D48FF75A-A78E-7642-97B2-AC88920B44AE}" type="slidenum">
              <a:rPr lang="en-US" smtClean="0"/>
              <a:t>‹#›</a:t>
            </a:fld>
            <a:endParaRPr lang="en-US"/>
          </a:p>
        </p:txBody>
      </p:sp>
    </p:spTree>
    <p:extLst>
      <p:ext uri="{BB962C8B-B14F-4D97-AF65-F5344CB8AC3E}">
        <p14:creationId xmlns:p14="http://schemas.microsoft.com/office/powerpoint/2010/main" val="23496080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60A4A-C9A0-84FD-C276-F924988FD91D}"/>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66EFF9B-29CB-8A0F-2AA3-95AE716ED1C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AD22064-F12C-F1F1-391B-C6867448C7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E8A3820-3F13-F3A5-461A-6D7E4277CC90}"/>
              </a:ext>
            </a:extLst>
          </p:cNvPr>
          <p:cNvSpPr>
            <a:spLocks noGrp="1"/>
          </p:cNvSpPr>
          <p:nvPr>
            <p:ph type="dt" sz="half" idx="10"/>
          </p:nvPr>
        </p:nvSpPr>
        <p:spPr>
          <a:xfrm>
            <a:off x="838200" y="6356350"/>
            <a:ext cx="2743200" cy="365125"/>
          </a:xfrm>
          <a:prstGeom prst="rect">
            <a:avLst/>
          </a:prstGeom>
        </p:spPr>
        <p:txBody>
          <a:bodyPr/>
          <a:lstStyle/>
          <a:p>
            <a:fld id="{9882782C-F709-9249-BAB1-F8B0D063E1D5}" type="datetimeFigureOut">
              <a:rPr lang="en-US" smtClean="0"/>
              <a:t>8/7/24</a:t>
            </a:fld>
            <a:endParaRPr lang="en-US"/>
          </a:p>
        </p:txBody>
      </p:sp>
      <p:sp>
        <p:nvSpPr>
          <p:cNvPr id="6" name="Footer Placeholder 5">
            <a:extLst>
              <a:ext uri="{FF2B5EF4-FFF2-40B4-BE49-F238E27FC236}">
                <a16:creationId xmlns:a16="http://schemas.microsoft.com/office/drawing/2014/main" id="{D10F70FB-0575-D00F-92B1-42D7793AD22D}"/>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17E8EEBA-5DF3-9BDB-6D5D-A1353BC31E37}"/>
              </a:ext>
            </a:extLst>
          </p:cNvPr>
          <p:cNvSpPr>
            <a:spLocks noGrp="1"/>
          </p:cNvSpPr>
          <p:nvPr>
            <p:ph type="sldNum" sz="quarter" idx="12"/>
          </p:nvPr>
        </p:nvSpPr>
        <p:spPr>
          <a:xfrm>
            <a:off x="8610600" y="6356350"/>
            <a:ext cx="2743200" cy="365125"/>
          </a:xfrm>
          <a:prstGeom prst="rect">
            <a:avLst/>
          </a:prstGeom>
        </p:spPr>
        <p:txBody>
          <a:bodyPr/>
          <a:lstStyle/>
          <a:p>
            <a:fld id="{D48FF75A-A78E-7642-97B2-AC88920B44AE}" type="slidenum">
              <a:rPr lang="en-US" smtClean="0"/>
              <a:t>‹#›</a:t>
            </a:fld>
            <a:endParaRPr lang="en-US"/>
          </a:p>
        </p:txBody>
      </p:sp>
    </p:spTree>
    <p:extLst>
      <p:ext uri="{BB962C8B-B14F-4D97-AF65-F5344CB8AC3E}">
        <p14:creationId xmlns:p14="http://schemas.microsoft.com/office/powerpoint/2010/main" val="9505069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823B6D-6263-1BB0-CEE6-062052F9EF54}"/>
              </a:ext>
            </a:extLst>
          </p:cNvPr>
          <p:cNvSpPr>
            <a:spLocks noGrp="1"/>
          </p:cNvSpPr>
          <p:nvPr>
            <p:ph type="title"/>
          </p:nvPr>
        </p:nvSpPr>
        <p:spPr>
          <a:xfrm>
            <a:off x="838200" y="375064"/>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EA3FA43-C31A-2589-9102-AA7186473A4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6BDA01E-05FD-1903-BF00-FEB6C4F30704}"/>
              </a:ext>
            </a:extLst>
          </p:cNvPr>
          <p:cNvSpPr>
            <a:spLocks noGrp="1"/>
          </p:cNvSpPr>
          <p:nvPr>
            <p:ph type="dt" sz="half" idx="10"/>
          </p:nvPr>
        </p:nvSpPr>
        <p:spPr>
          <a:xfrm>
            <a:off x="838200" y="6356350"/>
            <a:ext cx="2743200" cy="365125"/>
          </a:xfrm>
          <a:prstGeom prst="rect">
            <a:avLst/>
          </a:prstGeom>
        </p:spPr>
        <p:txBody>
          <a:bodyPr/>
          <a:lstStyle/>
          <a:p>
            <a:fld id="{9882782C-F709-9249-BAB1-F8B0D063E1D5}" type="datetimeFigureOut">
              <a:rPr lang="en-US" smtClean="0"/>
              <a:t>8/7/24</a:t>
            </a:fld>
            <a:endParaRPr lang="en-US"/>
          </a:p>
        </p:txBody>
      </p:sp>
      <p:sp>
        <p:nvSpPr>
          <p:cNvPr id="5" name="Footer Placeholder 4">
            <a:extLst>
              <a:ext uri="{FF2B5EF4-FFF2-40B4-BE49-F238E27FC236}">
                <a16:creationId xmlns:a16="http://schemas.microsoft.com/office/drawing/2014/main" id="{8F9FA51E-B452-A042-E263-8C4477BFEF36}"/>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F9D815EF-6935-5F43-1873-44715E41289C}"/>
              </a:ext>
            </a:extLst>
          </p:cNvPr>
          <p:cNvSpPr>
            <a:spLocks noGrp="1"/>
          </p:cNvSpPr>
          <p:nvPr>
            <p:ph type="sldNum" sz="quarter" idx="12"/>
          </p:nvPr>
        </p:nvSpPr>
        <p:spPr>
          <a:xfrm>
            <a:off x="8610600" y="6356350"/>
            <a:ext cx="2743200" cy="365125"/>
          </a:xfrm>
          <a:prstGeom prst="rect">
            <a:avLst/>
          </a:prstGeom>
        </p:spPr>
        <p:txBody>
          <a:bodyPr/>
          <a:lstStyle/>
          <a:p>
            <a:fld id="{D48FF75A-A78E-7642-97B2-AC88920B44AE}" type="slidenum">
              <a:rPr lang="en-US" smtClean="0"/>
              <a:t>‹#›</a:t>
            </a:fld>
            <a:endParaRPr lang="en-US"/>
          </a:p>
        </p:txBody>
      </p:sp>
    </p:spTree>
    <p:extLst>
      <p:ext uri="{BB962C8B-B14F-4D97-AF65-F5344CB8AC3E}">
        <p14:creationId xmlns:p14="http://schemas.microsoft.com/office/powerpoint/2010/main" val="8469799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382146C-DC78-699D-9DDC-F93DED9B8490}"/>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881C437-3F62-0967-CAEE-2D8D60C4EB4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97D4DB-3703-F8B0-0C51-C2AEABA8AD66}"/>
              </a:ext>
            </a:extLst>
          </p:cNvPr>
          <p:cNvSpPr>
            <a:spLocks noGrp="1"/>
          </p:cNvSpPr>
          <p:nvPr>
            <p:ph type="dt" sz="half" idx="10"/>
          </p:nvPr>
        </p:nvSpPr>
        <p:spPr>
          <a:xfrm>
            <a:off x="838200" y="6356350"/>
            <a:ext cx="2743200" cy="365125"/>
          </a:xfrm>
          <a:prstGeom prst="rect">
            <a:avLst/>
          </a:prstGeom>
        </p:spPr>
        <p:txBody>
          <a:bodyPr/>
          <a:lstStyle/>
          <a:p>
            <a:fld id="{9882782C-F709-9249-BAB1-F8B0D063E1D5}" type="datetimeFigureOut">
              <a:rPr lang="en-US" smtClean="0"/>
              <a:t>8/7/24</a:t>
            </a:fld>
            <a:endParaRPr lang="en-US"/>
          </a:p>
        </p:txBody>
      </p:sp>
      <p:sp>
        <p:nvSpPr>
          <p:cNvPr id="5" name="Footer Placeholder 4">
            <a:extLst>
              <a:ext uri="{FF2B5EF4-FFF2-40B4-BE49-F238E27FC236}">
                <a16:creationId xmlns:a16="http://schemas.microsoft.com/office/drawing/2014/main" id="{34C59A02-F6F1-8449-2970-473E4801F56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D29A7DC6-CD13-18DC-DB21-CCCEF590030C}"/>
              </a:ext>
            </a:extLst>
          </p:cNvPr>
          <p:cNvSpPr>
            <a:spLocks noGrp="1"/>
          </p:cNvSpPr>
          <p:nvPr>
            <p:ph type="sldNum" sz="quarter" idx="12"/>
          </p:nvPr>
        </p:nvSpPr>
        <p:spPr>
          <a:xfrm>
            <a:off x="8610600" y="6356350"/>
            <a:ext cx="2743200" cy="365125"/>
          </a:xfrm>
          <a:prstGeom prst="rect">
            <a:avLst/>
          </a:prstGeom>
        </p:spPr>
        <p:txBody>
          <a:bodyPr/>
          <a:lstStyle/>
          <a:p>
            <a:fld id="{D48FF75A-A78E-7642-97B2-AC88920B44AE}" type="slidenum">
              <a:rPr lang="en-US" smtClean="0"/>
              <a:t>‹#›</a:t>
            </a:fld>
            <a:endParaRPr lang="en-US"/>
          </a:p>
        </p:txBody>
      </p:sp>
    </p:spTree>
    <p:extLst>
      <p:ext uri="{BB962C8B-B14F-4D97-AF65-F5344CB8AC3E}">
        <p14:creationId xmlns:p14="http://schemas.microsoft.com/office/powerpoint/2010/main" val="41518305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xt_Picture_1">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8154024-D5D8-23C7-AC5C-092DEB70BDDE}"/>
              </a:ext>
            </a:extLst>
          </p:cNvPr>
          <p:cNvSpPr>
            <a:spLocks noGrp="1"/>
          </p:cNvSpPr>
          <p:nvPr>
            <p:ph idx="1"/>
          </p:nvPr>
        </p:nvSpPr>
        <p:spPr>
          <a:xfrm>
            <a:off x="838200" y="1848068"/>
            <a:ext cx="2243203" cy="4575495"/>
          </a:xfrm>
        </p:spPr>
        <p:txBody>
          <a:bodyPr anchor="ctr" anchorCtr="0"/>
          <a:lstStyle>
            <a:lvl1pPr marL="0" indent="0">
              <a:buNone/>
              <a:defRPr sz="1600" b="1"/>
            </a:lvl1pPr>
            <a:lvl2pPr marL="231775" indent="-222250" defTabSz="914400">
              <a:tabLst/>
              <a:defRPr sz="1400"/>
            </a:lvl2pPr>
            <a:lvl3pPr marL="463550" indent="-231775">
              <a:tabLst/>
              <a:defRPr sz="1200"/>
            </a:lvl3pPr>
          </a:lstStyle>
          <a:p>
            <a:pPr lvl="0"/>
            <a:r>
              <a:rPr lang="en-US" dirty="0"/>
              <a:t>Click to edit Master text styles</a:t>
            </a:r>
          </a:p>
          <a:p>
            <a:pPr lvl="1"/>
            <a:r>
              <a:rPr lang="en-US" dirty="0"/>
              <a:t>Second level</a:t>
            </a:r>
          </a:p>
          <a:p>
            <a:pPr lvl="2"/>
            <a:r>
              <a:rPr lang="en-US" dirty="0"/>
              <a:t>Third level</a:t>
            </a:r>
          </a:p>
        </p:txBody>
      </p:sp>
      <p:sp>
        <p:nvSpPr>
          <p:cNvPr id="13" name="Content Placeholder 12">
            <a:extLst>
              <a:ext uri="{FF2B5EF4-FFF2-40B4-BE49-F238E27FC236}">
                <a16:creationId xmlns:a16="http://schemas.microsoft.com/office/drawing/2014/main" id="{2D424774-E24D-6D76-E27C-CEF1F6E63176}"/>
              </a:ext>
            </a:extLst>
          </p:cNvPr>
          <p:cNvSpPr>
            <a:spLocks noGrp="1"/>
          </p:cNvSpPr>
          <p:nvPr>
            <p:ph sz="quarter" idx="14"/>
          </p:nvPr>
        </p:nvSpPr>
        <p:spPr>
          <a:xfrm>
            <a:off x="3294063" y="1847530"/>
            <a:ext cx="8059737" cy="457549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itle 1">
            <a:extLst>
              <a:ext uri="{FF2B5EF4-FFF2-40B4-BE49-F238E27FC236}">
                <a16:creationId xmlns:a16="http://schemas.microsoft.com/office/drawing/2014/main" id="{8470A663-E83D-24A8-DB80-680033055924}"/>
              </a:ext>
            </a:extLst>
          </p:cNvPr>
          <p:cNvSpPr>
            <a:spLocks noGrp="1"/>
          </p:cNvSpPr>
          <p:nvPr>
            <p:ph type="title"/>
          </p:nvPr>
        </p:nvSpPr>
        <p:spPr>
          <a:xfrm>
            <a:off x="838200" y="161080"/>
            <a:ext cx="10515600" cy="618172"/>
          </a:xfrm>
          <a:prstGeom prst="rect">
            <a:avLst/>
          </a:prstGeom>
        </p:spPr>
        <p:txBody>
          <a:bodyPr>
            <a:noAutofit/>
          </a:bodyPr>
          <a:lstStyle>
            <a:lvl1pPr>
              <a:defRPr sz="4400"/>
            </a:lvl1pPr>
          </a:lstStyle>
          <a:p>
            <a:r>
              <a:rPr lang="en-US" dirty="0"/>
              <a:t>Click to edit Master title style</a:t>
            </a:r>
          </a:p>
        </p:txBody>
      </p:sp>
      <p:sp>
        <p:nvSpPr>
          <p:cNvPr id="17" name="Text Placeholder 8">
            <a:extLst>
              <a:ext uri="{FF2B5EF4-FFF2-40B4-BE49-F238E27FC236}">
                <a16:creationId xmlns:a16="http://schemas.microsoft.com/office/drawing/2014/main" id="{200A1A67-2CC2-7AFD-4220-AB3A9EFEAE32}"/>
              </a:ext>
            </a:extLst>
          </p:cNvPr>
          <p:cNvSpPr>
            <a:spLocks noGrp="1"/>
          </p:cNvSpPr>
          <p:nvPr>
            <p:ph type="body" sz="quarter" idx="13"/>
          </p:nvPr>
        </p:nvSpPr>
        <p:spPr>
          <a:xfrm>
            <a:off x="838200" y="779252"/>
            <a:ext cx="10515600" cy="467232"/>
          </a:xfrm>
        </p:spPr>
        <p:txBody>
          <a:bodyPr>
            <a:noAutofit/>
          </a:bodyPr>
          <a:lstStyle>
            <a:lvl1pPr marL="0" indent="0">
              <a:buNone/>
              <a:defRPr sz="3000">
                <a:latin typeface="Calibri" panose="020F0502020204030204" pitchFamily="34" charset="0"/>
                <a:cs typeface="Calibri" panose="020F0502020204030204" pitchFamily="34" charset="0"/>
              </a:defRPr>
            </a:lvl1pPr>
          </a:lstStyle>
          <a:p>
            <a:pPr lvl="0"/>
            <a:r>
              <a:rPr lang="en-US" dirty="0"/>
              <a:t>Click to edit Master text styles</a:t>
            </a:r>
          </a:p>
        </p:txBody>
      </p:sp>
    </p:spTree>
    <p:extLst>
      <p:ext uri="{BB962C8B-B14F-4D97-AF65-F5344CB8AC3E}">
        <p14:creationId xmlns:p14="http://schemas.microsoft.com/office/powerpoint/2010/main" val="187509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xt_Picture_2">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8154024-D5D8-23C7-AC5C-092DEB70BDDE}"/>
              </a:ext>
            </a:extLst>
          </p:cNvPr>
          <p:cNvSpPr>
            <a:spLocks noGrp="1"/>
          </p:cNvSpPr>
          <p:nvPr>
            <p:ph idx="1"/>
          </p:nvPr>
        </p:nvSpPr>
        <p:spPr>
          <a:xfrm>
            <a:off x="838200" y="1848068"/>
            <a:ext cx="6400800" cy="4575495"/>
          </a:xfrm>
        </p:spPr>
        <p:txBody>
          <a:bodyPr anchor="ctr" anchorCtr="0"/>
          <a:lstStyle>
            <a:lvl1pPr marL="0" indent="0">
              <a:buNone/>
              <a:defRPr sz="1800" b="1"/>
            </a:lvl1pPr>
            <a:lvl2pPr marL="231775" indent="-222250">
              <a:tabLst/>
              <a:defRPr sz="1600"/>
            </a:lvl2pPr>
            <a:lvl3pPr marL="463550" indent="-220663">
              <a:tabLst/>
              <a:defRPr sz="1400"/>
            </a:lvl3pPr>
          </a:lstStyle>
          <a:p>
            <a:pPr lvl="0"/>
            <a:r>
              <a:rPr lang="en-US" dirty="0"/>
              <a:t>Click to edit Master text styles</a:t>
            </a:r>
          </a:p>
          <a:p>
            <a:pPr lvl="1"/>
            <a:r>
              <a:rPr lang="en-US" dirty="0"/>
              <a:t>Second level</a:t>
            </a:r>
          </a:p>
          <a:p>
            <a:pPr lvl="2"/>
            <a:r>
              <a:rPr lang="en-US" dirty="0"/>
              <a:t>Third level</a:t>
            </a:r>
          </a:p>
        </p:txBody>
      </p:sp>
      <p:sp>
        <p:nvSpPr>
          <p:cNvPr id="13" name="Content Placeholder 12">
            <a:extLst>
              <a:ext uri="{FF2B5EF4-FFF2-40B4-BE49-F238E27FC236}">
                <a16:creationId xmlns:a16="http://schemas.microsoft.com/office/drawing/2014/main" id="{2D424774-E24D-6D76-E27C-CEF1F6E63176}"/>
              </a:ext>
            </a:extLst>
          </p:cNvPr>
          <p:cNvSpPr>
            <a:spLocks noGrp="1"/>
          </p:cNvSpPr>
          <p:nvPr>
            <p:ph sz="quarter" idx="14"/>
          </p:nvPr>
        </p:nvSpPr>
        <p:spPr>
          <a:xfrm>
            <a:off x="7696200" y="1847530"/>
            <a:ext cx="3657600" cy="457549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itle 1">
            <a:extLst>
              <a:ext uri="{FF2B5EF4-FFF2-40B4-BE49-F238E27FC236}">
                <a16:creationId xmlns:a16="http://schemas.microsoft.com/office/drawing/2014/main" id="{8470A663-E83D-24A8-DB80-680033055924}"/>
              </a:ext>
            </a:extLst>
          </p:cNvPr>
          <p:cNvSpPr>
            <a:spLocks noGrp="1"/>
          </p:cNvSpPr>
          <p:nvPr>
            <p:ph type="title"/>
          </p:nvPr>
        </p:nvSpPr>
        <p:spPr>
          <a:xfrm>
            <a:off x="838200" y="161080"/>
            <a:ext cx="10515600" cy="618172"/>
          </a:xfrm>
          <a:prstGeom prst="rect">
            <a:avLst/>
          </a:prstGeom>
        </p:spPr>
        <p:txBody>
          <a:bodyPr>
            <a:noAutofit/>
          </a:bodyPr>
          <a:lstStyle>
            <a:lvl1pPr>
              <a:defRPr sz="4400"/>
            </a:lvl1pPr>
          </a:lstStyle>
          <a:p>
            <a:r>
              <a:rPr lang="en-US" dirty="0"/>
              <a:t>Click to edit Master title style</a:t>
            </a:r>
          </a:p>
        </p:txBody>
      </p:sp>
      <p:sp>
        <p:nvSpPr>
          <p:cNvPr id="17" name="Text Placeholder 8">
            <a:extLst>
              <a:ext uri="{FF2B5EF4-FFF2-40B4-BE49-F238E27FC236}">
                <a16:creationId xmlns:a16="http://schemas.microsoft.com/office/drawing/2014/main" id="{200A1A67-2CC2-7AFD-4220-AB3A9EFEAE32}"/>
              </a:ext>
            </a:extLst>
          </p:cNvPr>
          <p:cNvSpPr>
            <a:spLocks noGrp="1"/>
          </p:cNvSpPr>
          <p:nvPr>
            <p:ph type="body" sz="quarter" idx="13"/>
          </p:nvPr>
        </p:nvSpPr>
        <p:spPr>
          <a:xfrm>
            <a:off x="838200" y="779252"/>
            <a:ext cx="10515600" cy="467232"/>
          </a:xfrm>
        </p:spPr>
        <p:txBody>
          <a:bodyPr>
            <a:noAutofit/>
          </a:bodyPr>
          <a:lstStyle>
            <a:lvl1pPr marL="0" indent="0">
              <a:buNone/>
              <a:defRPr sz="3000">
                <a:latin typeface="Calibri" panose="020F0502020204030204" pitchFamily="34" charset="0"/>
                <a:cs typeface="Calibri" panose="020F0502020204030204" pitchFamily="34" charset="0"/>
              </a:defRPr>
            </a:lvl1pPr>
          </a:lstStyle>
          <a:p>
            <a:pPr lvl="0"/>
            <a:r>
              <a:rPr lang="en-US" dirty="0"/>
              <a:t>Click to edit Master text styles</a:t>
            </a:r>
          </a:p>
        </p:txBody>
      </p:sp>
    </p:spTree>
    <p:extLst>
      <p:ext uri="{BB962C8B-B14F-4D97-AF65-F5344CB8AC3E}">
        <p14:creationId xmlns:p14="http://schemas.microsoft.com/office/powerpoint/2010/main" val="41497239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_Picture_3">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D3231A7-B424-73E7-B253-48E720ED5E44}"/>
              </a:ext>
            </a:extLst>
          </p:cNvPr>
          <p:cNvSpPr>
            <a:spLocks noGrp="1"/>
          </p:cNvSpPr>
          <p:nvPr>
            <p:ph type="title"/>
          </p:nvPr>
        </p:nvSpPr>
        <p:spPr>
          <a:xfrm>
            <a:off x="838200" y="161080"/>
            <a:ext cx="10515600" cy="618172"/>
          </a:xfrm>
          <a:prstGeom prst="rect">
            <a:avLst/>
          </a:prstGeom>
        </p:spPr>
        <p:txBody>
          <a:bodyPr>
            <a:noAutofit/>
          </a:bodyPr>
          <a:lstStyle>
            <a:lvl1pPr>
              <a:defRPr sz="4400"/>
            </a:lvl1pPr>
          </a:lstStyle>
          <a:p>
            <a:r>
              <a:rPr lang="en-US" dirty="0"/>
              <a:t>Click to edit Master title style</a:t>
            </a:r>
          </a:p>
        </p:txBody>
      </p:sp>
      <p:sp>
        <p:nvSpPr>
          <p:cNvPr id="4" name="Text Placeholder 8">
            <a:extLst>
              <a:ext uri="{FF2B5EF4-FFF2-40B4-BE49-F238E27FC236}">
                <a16:creationId xmlns:a16="http://schemas.microsoft.com/office/drawing/2014/main" id="{E73DA2FA-DE23-0D69-E3E1-DEE48F12C22C}"/>
              </a:ext>
            </a:extLst>
          </p:cNvPr>
          <p:cNvSpPr>
            <a:spLocks noGrp="1"/>
          </p:cNvSpPr>
          <p:nvPr>
            <p:ph type="body" sz="quarter" idx="17"/>
          </p:nvPr>
        </p:nvSpPr>
        <p:spPr>
          <a:xfrm>
            <a:off x="838200" y="779252"/>
            <a:ext cx="10515600" cy="467232"/>
          </a:xfrm>
        </p:spPr>
        <p:txBody>
          <a:bodyPr>
            <a:noAutofit/>
          </a:bodyPr>
          <a:lstStyle>
            <a:lvl1pPr marL="0" indent="0">
              <a:buNone/>
              <a:defRPr sz="3000">
                <a:latin typeface="Calibri" panose="020F0502020204030204" pitchFamily="34" charset="0"/>
                <a:cs typeface="Calibri" panose="020F0502020204030204" pitchFamily="34" charset="0"/>
              </a:defRPr>
            </a:lvl1pPr>
          </a:lstStyle>
          <a:p>
            <a:pPr lvl="0"/>
            <a:r>
              <a:rPr lang="en-US" dirty="0"/>
              <a:t>Click to edit Master text styles</a:t>
            </a:r>
          </a:p>
        </p:txBody>
      </p:sp>
      <p:sp>
        <p:nvSpPr>
          <p:cNvPr id="6" name="Content Placeholder 5">
            <a:extLst>
              <a:ext uri="{FF2B5EF4-FFF2-40B4-BE49-F238E27FC236}">
                <a16:creationId xmlns:a16="http://schemas.microsoft.com/office/drawing/2014/main" id="{C2E625B3-993B-B1C2-25BD-55419B72DAB1}"/>
              </a:ext>
            </a:extLst>
          </p:cNvPr>
          <p:cNvSpPr>
            <a:spLocks noGrp="1"/>
          </p:cNvSpPr>
          <p:nvPr>
            <p:ph sz="quarter" idx="18"/>
          </p:nvPr>
        </p:nvSpPr>
        <p:spPr>
          <a:xfrm>
            <a:off x="4495800" y="1433416"/>
            <a:ext cx="6858000" cy="5080096"/>
          </a:xfrm>
        </p:spPr>
        <p:txBody>
          <a:bodyPr/>
          <a:lstStyle/>
          <a:p>
            <a:pPr lvl="0"/>
            <a:r>
              <a:rPr lang="en-US" dirty="0"/>
              <a:t>Click to edit Master text styles</a:t>
            </a:r>
          </a:p>
          <a:p>
            <a:pPr lvl="1"/>
            <a:r>
              <a:rPr lang="en-US" dirty="0"/>
              <a:t>Second level</a:t>
            </a:r>
          </a:p>
        </p:txBody>
      </p:sp>
      <p:sp>
        <p:nvSpPr>
          <p:cNvPr id="7" name="Content Placeholder 5">
            <a:extLst>
              <a:ext uri="{FF2B5EF4-FFF2-40B4-BE49-F238E27FC236}">
                <a16:creationId xmlns:a16="http://schemas.microsoft.com/office/drawing/2014/main" id="{6DDAE58A-8171-1868-0359-6EAF8D436019}"/>
              </a:ext>
            </a:extLst>
          </p:cNvPr>
          <p:cNvSpPr>
            <a:spLocks noGrp="1"/>
          </p:cNvSpPr>
          <p:nvPr>
            <p:ph sz="quarter" idx="19"/>
          </p:nvPr>
        </p:nvSpPr>
        <p:spPr>
          <a:xfrm>
            <a:off x="838200" y="1433417"/>
            <a:ext cx="3657600" cy="5080096"/>
          </a:xfrm>
        </p:spPr>
        <p:txBody>
          <a:bodyPr anchor="ctr" anchorCtr="0"/>
          <a:lstStyle>
            <a:lvl1pPr marL="0" indent="0">
              <a:buNone/>
              <a:defRPr sz="1600" b="1"/>
            </a:lvl1pPr>
            <a:lvl2pPr marL="231775" indent="-231775">
              <a:tabLst/>
              <a:defRPr sz="1400"/>
            </a:lvl2pPr>
            <a:lvl3pPr marL="463550" indent="-231775">
              <a:tabLst/>
              <a:defRPr sz="1200"/>
            </a:lvl3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45852466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Picture_Text_Vertica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B92DD7-A511-410C-CB9B-8AA29CD4A8B2}"/>
              </a:ext>
            </a:extLst>
          </p:cNvPr>
          <p:cNvSpPr>
            <a:spLocks noGrp="1"/>
          </p:cNvSpPr>
          <p:nvPr>
            <p:ph type="title"/>
          </p:nvPr>
        </p:nvSpPr>
        <p:spPr>
          <a:xfrm>
            <a:off x="838200" y="161080"/>
            <a:ext cx="10515600" cy="618172"/>
          </a:xfrm>
          <a:prstGeom prst="rect">
            <a:avLst/>
          </a:prstGeom>
        </p:spPr>
        <p:txBody>
          <a:bodyPr>
            <a:noAutofit/>
          </a:bodyPr>
          <a:lstStyle>
            <a:lvl1pPr>
              <a:defRPr sz="4400"/>
            </a:lvl1pPr>
          </a:lstStyle>
          <a:p>
            <a:r>
              <a:rPr lang="en-US" dirty="0"/>
              <a:t>Click to edit Master title style</a:t>
            </a:r>
          </a:p>
        </p:txBody>
      </p:sp>
      <p:sp>
        <p:nvSpPr>
          <p:cNvPr id="3" name="Content Placeholder 2">
            <a:extLst>
              <a:ext uri="{FF2B5EF4-FFF2-40B4-BE49-F238E27FC236}">
                <a16:creationId xmlns:a16="http://schemas.microsoft.com/office/drawing/2014/main" id="{D8154024-D5D8-23C7-AC5C-092DEB70BDDE}"/>
              </a:ext>
            </a:extLst>
          </p:cNvPr>
          <p:cNvSpPr>
            <a:spLocks noGrp="1"/>
          </p:cNvSpPr>
          <p:nvPr>
            <p:ph idx="1"/>
          </p:nvPr>
        </p:nvSpPr>
        <p:spPr>
          <a:xfrm>
            <a:off x="838199" y="4910203"/>
            <a:ext cx="10515601" cy="1582673"/>
          </a:xfrm>
        </p:spPr>
        <p:txBody>
          <a:bodyPr lIns="91440" numCol="2" anchor="t" anchorCtr="1">
            <a:noAutofit/>
          </a:bodyPr>
          <a:lstStyle>
            <a:lvl1pPr marL="0" indent="0">
              <a:buNone/>
              <a:defRPr sz="1800" b="1"/>
            </a:lvl1pPr>
            <a:lvl2pPr marL="231775" indent="-222250">
              <a:tabLst/>
              <a:defRPr sz="1600"/>
            </a:lvl2pPr>
            <a:lvl3pPr marL="463550" indent="-231775">
              <a:tabLst/>
              <a:defRPr sz="1400"/>
            </a:lvl3pPr>
          </a:lstStyle>
          <a:p>
            <a:pPr lvl="0"/>
            <a:r>
              <a:rPr lang="en-US" dirty="0"/>
              <a:t>Click to edit Master text styles</a:t>
            </a:r>
          </a:p>
          <a:p>
            <a:pPr lvl="1"/>
            <a:r>
              <a:rPr lang="en-US" dirty="0"/>
              <a:t>Second level</a:t>
            </a:r>
          </a:p>
          <a:p>
            <a:pPr lvl="2"/>
            <a:r>
              <a:rPr lang="en-US" dirty="0"/>
              <a:t>Third level</a:t>
            </a:r>
          </a:p>
        </p:txBody>
      </p:sp>
      <p:sp>
        <p:nvSpPr>
          <p:cNvPr id="9" name="Text Placeholder 8">
            <a:extLst>
              <a:ext uri="{FF2B5EF4-FFF2-40B4-BE49-F238E27FC236}">
                <a16:creationId xmlns:a16="http://schemas.microsoft.com/office/drawing/2014/main" id="{4E51E502-8581-58F0-C13E-B6026BBA199C}"/>
              </a:ext>
            </a:extLst>
          </p:cNvPr>
          <p:cNvSpPr>
            <a:spLocks noGrp="1"/>
          </p:cNvSpPr>
          <p:nvPr>
            <p:ph type="body" sz="quarter" idx="13"/>
          </p:nvPr>
        </p:nvSpPr>
        <p:spPr>
          <a:xfrm>
            <a:off x="838200" y="779252"/>
            <a:ext cx="10515600" cy="467232"/>
          </a:xfrm>
        </p:spPr>
        <p:txBody>
          <a:bodyPr>
            <a:noAutofit/>
          </a:bodyPr>
          <a:lstStyle>
            <a:lvl1pPr marL="0" indent="0">
              <a:buNone/>
              <a:defRPr sz="3000">
                <a:latin typeface="Calibri" panose="020F0502020204030204" pitchFamily="34" charset="0"/>
                <a:cs typeface="Calibri" panose="020F0502020204030204" pitchFamily="34" charset="0"/>
              </a:defRPr>
            </a:lvl1pPr>
          </a:lstStyle>
          <a:p>
            <a:pPr lvl="0"/>
            <a:r>
              <a:rPr lang="en-US" dirty="0"/>
              <a:t>Click to edit Master text styles</a:t>
            </a:r>
          </a:p>
        </p:txBody>
      </p:sp>
      <p:sp>
        <p:nvSpPr>
          <p:cNvPr id="6" name="Content Placeholder 5">
            <a:extLst>
              <a:ext uri="{FF2B5EF4-FFF2-40B4-BE49-F238E27FC236}">
                <a16:creationId xmlns:a16="http://schemas.microsoft.com/office/drawing/2014/main" id="{D2699AB7-BE29-FE71-C97E-F2426232CD1C}"/>
              </a:ext>
            </a:extLst>
          </p:cNvPr>
          <p:cNvSpPr>
            <a:spLocks noGrp="1"/>
          </p:cNvSpPr>
          <p:nvPr>
            <p:ph sz="quarter" idx="16"/>
          </p:nvPr>
        </p:nvSpPr>
        <p:spPr>
          <a:xfrm>
            <a:off x="838199" y="1835380"/>
            <a:ext cx="10515601" cy="2853437"/>
          </a:xfrm>
        </p:spPr>
        <p:txBody>
          <a:bodyPr/>
          <a:lstStyle>
            <a:lvl1pPr marL="0" indent="0">
              <a:buNone/>
              <a:defRPr b="1"/>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2089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Picture_Text_Vertica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B92DD7-A511-410C-CB9B-8AA29CD4A8B2}"/>
              </a:ext>
            </a:extLst>
          </p:cNvPr>
          <p:cNvSpPr>
            <a:spLocks noGrp="1"/>
          </p:cNvSpPr>
          <p:nvPr>
            <p:ph type="title"/>
          </p:nvPr>
        </p:nvSpPr>
        <p:spPr>
          <a:xfrm>
            <a:off x="838200" y="161080"/>
            <a:ext cx="10515600" cy="618172"/>
          </a:xfrm>
          <a:prstGeom prst="rect">
            <a:avLst/>
          </a:prstGeom>
        </p:spPr>
        <p:txBody>
          <a:bodyPr>
            <a:noAutofit/>
          </a:bodyPr>
          <a:lstStyle>
            <a:lvl1pPr>
              <a:defRPr sz="4400"/>
            </a:lvl1pPr>
          </a:lstStyle>
          <a:p>
            <a:r>
              <a:rPr lang="en-US" dirty="0"/>
              <a:t>Click to edit Master title style</a:t>
            </a:r>
          </a:p>
        </p:txBody>
      </p:sp>
      <p:sp>
        <p:nvSpPr>
          <p:cNvPr id="3" name="Content Placeholder 2">
            <a:extLst>
              <a:ext uri="{FF2B5EF4-FFF2-40B4-BE49-F238E27FC236}">
                <a16:creationId xmlns:a16="http://schemas.microsoft.com/office/drawing/2014/main" id="{D8154024-D5D8-23C7-AC5C-092DEB70BDDE}"/>
              </a:ext>
            </a:extLst>
          </p:cNvPr>
          <p:cNvSpPr>
            <a:spLocks noGrp="1"/>
          </p:cNvSpPr>
          <p:nvPr>
            <p:ph idx="1"/>
          </p:nvPr>
        </p:nvSpPr>
        <p:spPr>
          <a:xfrm>
            <a:off x="838199" y="1600201"/>
            <a:ext cx="10515601" cy="4800599"/>
          </a:xfrm>
        </p:spPr>
        <p:txBody>
          <a:bodyPr numCol="1" anchor="ctr" anchorCtr="0">
            <a:noAutofit/>
          </a:bodyPr>
          <a:lstStyle>
            <a:lvl1pPr marL="0" indent="0" algn="l">
              <a:buNone/>
              <a:defRPr sz="1800" b="1"/>
            </a:lvl1pPr>
            <a:lvl2pPr algn="l">
              <a:defRPr sz="1600"/>
            </a:lvl2pPr>
            <a:lvl3pPr algn="l">
              <a:defRPr sz="1400"/>
            </a:lvl3pPr>
          </a:lstStyle>
          <a:p>
            <a:pPr lvl="0"/>
            <a:r>
              <a:rPr lang="en-US" dirty="0"/>
              <a:t>Click to edit Master text styles</a:t>
            </a:r>
          </a:p>
          <a:p>
            <a:pPr lvl="1"/>
            <a:r>
              <a:rPr lang="en-US" dirty="0"/>
              <a:t>Second level</a:t>
            </a:r>
          </a:p>
          <a:p>
            <a:pPr lvl="2"/>
            <a:r>
              <a:rPr lang="en-US" dirty="0"/>
              <a:t>Third level</a:t>
            </a:r>
          </a:p>
        </p:txBody>
      </p:sp>
      <p:sp>
        <p:nvSpPr>
          <p:cNvPr id="9" name="Text Placeholder 8">
            <a:extLst>
              <a:ext uri="{FF2B5EF4-FFF2-40B4-BE49-F238E27FC236}">
                <a16:creationId xmlns:a16="http://schemas.microsoft.com/office/drawing/2014/main" id="{4E51E502-8581-58F0-C13E-B6026BBA199C}"/>
              </a:ext>
            </a:extLst>
          </p:cNvPr>
          <p:cNvSpPr>
            <a:spLocks noGrp="1"/>
          </p:cNvSpPr>
          <p:nvPr>
            <p:ph type="body" sz="quarter" idx="13"/>
          </p:nvPr>
        </p:nvSpPr>
        <p:spPr>
          <a:xfrm>
            <a:off x="838200" y="779252"/>
            <a:ext cx="10515600" cy="467232"/>
          </a:xfrm>
        </p:spPr>
        <p:txBody>
          <a:bodyPr>
            <a:noAutofit/>
          </a:bodyPr>
          <a:lstStyle>
            <a:lvl1pPr marL="0" indent="0">
              <a:buNone/>
              <a:defRPr sz="3000">
                <a:latin typeface="Calibri" panose="020F0502020204030204" pitchFamily="34" charset="0"/>
                <a:cs typeface="Calibri" panose="020F0502020204030204" pitchFamily="34" charset="0"/>
              </a:defRPr>
            </a:lvl1pPr>
          </a:lstStyle>
          <a:p>
            <a:pPr lvl="0"/>
            <a:r>
              <a:rPr lang="en-US" dirty="0"/>
              <a:t>Click to edit Master text styles</a:t>
            </a:r>
          </a:p>
        </p:txBody>
      </p:sp>
    </p:spTree>
    <p:extLst>
      <p:ext uri="{BB962C8B-B14F-4D97-AF65-F5344CB8AC3E}">
        <p14:creationId xmlns:p14="http://schemas.microsoft.com/office/powerpoint/2010/main" val="281098156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icture_2_Text_Vertica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B92DD7-A511-410C-CB9B-8AA29CD4A8B2}"/>
              </a:ext>
            </a:extLst>
          </p:cNvPr>
          <p:cNvSpPr>
            <a:spLocks noGrp="1"/>
          </p:cNvSpPr>
          <p:nvPr>
            <p:ph type="title"/>
          </p:nvPr>
        </p:nvSpPr>
        <p:spPr>
          <a:xfrm>
            <a:off x="838200" y="161080"/>
            <a:ext cx="10515600" cy="618172"/>
          </a:xfrm>
          <a:prstGeom prst="rect">
            <a:avLst/>
          </a:prstGeom>
        </p:spPr>
        <p:txBody>
          <a:bodyPr>
            <a:noAutofit/>
          </a:bodyPr>
          <a:lstStyle>
            <a:lvl1pPr>
              <a:defRPr sz="4400"/>
            </a:lvl1pPr>
          </a:lstStyle>
          <a:p>
            <a:r>
              <a:rPr lang="en-US" dirty="0"/>
              <a:t>Click to edit Master title style</a:t>
            </a:r>
          </a:p>
        </p:txBody>
      </p:sp>
      <p:sp>
        <p:nvSpPr>
          <p:cNvPr id="3" name="Content Placeholder 2">
            <a:extLst>
              <a:ext uri="{FF2B5EF4-FFF2-40B4-BE49-F238E27FC236}">
                <a16:creationId xmlns:a16="http://schemas.microsoft.com/office/drawing/2014/main" id="{D8154024-D5D8-23C7-AC5C-092DEB70BDDE}"/>
              </a:ext>
            </a:extLst>
          </p:cNvPr>
          <p:cNvSpPr>
            <a:spLocks noGrp="1"/>
          </p:cNvSpPr>
          <p:nvPr>
            <p:ph idx="1"/>
          </p:nvPr>
        </p:nvSpPr>
        <p:spPr>
          <a:xfrm>
            <a:off x="6096000" y="4343401"/>
            <a:ext cx="5257800" cy="2149476"/>
          </a:xfrm>
        </p:spPr>
        <p:txBody>
          <a:bodyPr wrap="square" numCol="1" anchor="t" anchorCtr="1">
            <a:noAutofit/>
          </a:bodyPr>
          <a:lstStyle>
            <a:lvl1pPr>
              <a:defRPr sz="1400"/>
            </a:lvl1pPr>
            <a:lvl2pPr>
              <a:defRPr sz="1200"/>
            </a:lvl2pPr>
            <a:lvl3pPr>
              <a:defRPr sz="1200"/>
            </a:lvl3pPr>
          </a:lstStyle>
          <a:p>
            <a:pPr lvl="0"/>
            <a:r>
              <a:rPr lang="en-US" dirty="0"/>
              <a:t>Click to edit Master text styles</a:t>
            </a:r>
          </a:p>
          <a:p>
            <a:pPr lvl="1"/>
            <a:r>
              <a:rPr lang="en-US" dirty="0"/>
              <a:t>Second level</a:t>
            </a:r>
          </a:p>
          <a:p>
            <a:pPr lvl="2"/>
            <a:r>
              <a:rPr lang="en-US" dirty="0"/>
              <a:t>Third level</a:t>
            </a:r>
          </a:p>
        </p:txBody>
      </p:sp>
      <p:sp>
        <p:nvSpPr>
          <p:cNvPr id="9" name="Text Placeholder 8">
            <a:extLst>
              <a:ext uri="{FF2B5EF4-FFF2-40B4-BE49-F238E27FC236}">
                <a16:creationId xmlns:a16="http://schemas.microsoft.com/office/drawing/2014/main" id="{4E51E502-8581-58F0-C13E-B6026BBA199C}"/>
              </a:ext>
            </a:extLst>
          </p:cNvPr>
          <p:cNvSpPr>
            <a:spLocks noGrp="1"/>
          </p:cNvSpPr>
          <p:nvPr>
            <p:ph type="body" sz="quarter" idx="13"/>
          </p:nvPr>
        </p:nvSpPr>
        <p:spPr>
          <a:xfrm>
            <a:off x="838200" y="779252"/>
            <a:ext cx="10515600" cy="467232"/>
          </a:xfrm>
        </p:spPr>
        <p:txBody>
          <a:bodyPr>
            <a:noAutofit/>
          </a:bodyPr>
          <a:lstStyle>
            <a:lvl1pPr marL="0" indent="0">
              <a:buNone/>
              <a:defRPr sz="3000">
                <a:latin typeface="Calibri" panose="020F0502020204030204" pitchFamily="34" charset="0"/>
                <a:cs typeface="Calibri" panose="020F0502020204030204" pitchFamily="34" charset="0"/>
              </a:defRPr>
            </a:lvl1pPr>
          </a:lstStyle>
          <a:p>
            <a:pPr lvl="0"/>
            <a:r>
              <a:rPr lang="en-US" dirty="0"/>
              <a:t>Click to edit Master text styles</a:t>
            </a:r>
          </a:p>
        </p:txBody>
      </p:sp>
      <p:sp>
        <p:nvSpPr>
          <p:cNvPr id="6" name="Content Placeholder 5">
            <a:extLst>
              <a:ext uri="{FF2B5EF4-FFF2-40B4-BE49-F238E27FC236}">
                <a16:creationId xmlns:a16="http://schemas.microsoft.com/office/drawing/2014/main" id="{D2699AB7-BE29-FE71-C97E-F2426232CD1C}"/>
              </a:ext>
            </a:extLst>
          </p:cNvPr>
          <p:cNvSpPr>
            <a:spLocks noGrp="1"/>
          </p:cNvSpPr>
          <p:nvPr>
            <p:ph sz="quarter" idx="16"/>
          </p:nvPr>
        </p:nvSpPr>
        <p:spPr>
          <a:xfrm>
            <a:off x="838199" y="1835381"/>
            <a:ext cx="10515601" cy="2508020"/>
          </a:xfrm>
        </p:spPr>
        <p:txBody>
          <a:bodyPr anchor="ctr" anchorCtr="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2">
            <a:extLst>
              <a:ext uri="{FF2B5EF4-FFF2-40B4-BE49-F238E27FC236}">
                <a16:creationId xmlns:a16="http://schemas.microsoft.com/office/drawing/2014/main" id="{0FBF7559-B0A1-90D7-5134-742D1919BB04}"/>
              </a:ext>
            </a:extLst>
          </p:cNvPr>
          <p:cNvSpPr>
            <a:spLocks noGrp="1"/>
          </p:cNvSpPr>
          <p:nvPr>
            <p:ph idx="17"/>
          </p:nvPr>
        </p:nvSpPr>
        <p:spPr>
          <a:xfrm>
            <a:off x="838199" y="4343401"/>
            <a:ext cx="5257800" cy="2149476"/>
          </a:xfrm>
        </p:spPr>
        <p:txBody>
          <a:bodyPr wrap="none" numCol="1" anchor="t" anchorCtr="1">
            <a:noAutofit/>
          </a:bodyPr>
          <a:lstStyle>
            <a:lvl1pPr>
              <a:defRPr sz="1400"/>
            </a:lvl1pPr>
            <a:lvl2pPr>
              <a:defRPr sz="1200"/>
            </a:lvl2pPr>
            <a:lvl3pPr>
              <a:defRPr sz="1200"/>
            </a:lvl3pPr>
          </a:lstStyle>
          <a:p>
            <a:pPr lvl="0"/>
            <a:r>
              <a:rPr lang="en-US" dirty="0"/>
              <a:t>Click to edit Master text styles</a:t>
            </a:r>
          </a:p>
          <a:p>
            <a:pPr lvl="1"/>
            <a:r>
              <a:rPr lang="en-US" dirty="0"/>
              <a:t>Second level</a:t>
            </a:r>
          </a:p>
          <a:p>
            <a:pPr lvl="2"/>
            <a:r>
              <a:rPr lang="en-US" dirty="0"/>
              <a:t>Third level1</a:t>
            </a:r>
          </a:p>
        </p:txBody>
      </p:sp>
    </p:spTree>
    <p:extLst>
      <p:ext uri="{BB962C8B-B14F-4D97-AF65-F5344CB8AC3E}">
        <p14:creationId xmlns:p14="http://schemas.microsoft.com/office/powerpoint/2010/main" val="353316971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icture_Text_2x2">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8154024-D5D8-23C7-AC5C-092DEB70BDDE}"/>
              </a:ext>
            </a:extLst>
          </p:cNvPr>
          <p:cNvSpPr>
            <a:spLocks noGrp="1"/>
          </p:cNvSpPr>
          <p:nvPr>
            <p:ph idx="1"/>
          </p:nvPr>
        </p:nvSpPr>
        <p:spPr>
          <a:xfrm>
            <a:off x="838199" y="5715000"/>
            <a:ext cx="5257801" cy="777876"/>
          </a:xfrm>
        </p:spPr>
        <p:txBody>
          <a:bodyPr anchor="t" anchorCtr="1"/>
          <a:lstStyle>
            <a:lvl1pPr marL="0" indent="0">
              <a:buNone/>
              <a:defRPr sz="1800" b="1"/>
            </a:lvl1pPr>
            <a:lvl2pPr>
              <a:defRPr sz="1600"/>
            </a:lvl2pPr>
            <a:lvl3pPr>
              <a:defRPr sz="14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2">
            <a:extLst>
              <a:ext uri="{FF2B5EF4-FFF2-40B4-BE49-F238E27FC236}">
                <a16:creationId xmlns:a16="http://schemas.microsoft.com/office/drawing/2014/main" id="{779477B3-A209-D416-6F44-A7C880B895AE}"/>
              </a:ext>
            </a:extLst>
          </p:cNvPr>
          <p:cNvSpPr>
            <a:spLocks noGrp="1"/>
          </p:cNvSpPr>
          <p:nvPr>
            <p:ph idx="15"/>
          </p:nvPr>
        </p:nvSpPr>
        <p:spPr>
          <a:xfrm>
            <a:off x="6096000" y="5715000"/>
            <a:ext cx="5257801" cy="777876"/>
          </a:xfrm>
        </p:spPr>
        <p:txBody>
          <a:bodyPr anchor="t" anchorCtr="1"/>
          <a:lstStyle>
            <a:lvl1pPr marL="0" indent="0">
              <a:buNone/>
              <a:defRPr sz="1800" b="1"/>
            </a:lvl1pPr>
            <a:lvl2pPr>
              <a:defRPr sz="1600"/>
            </a:lvl2pPr>
            <a:lvl3pPr>
              <a:defRPr sz="14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0"/>
            <a:endParaRPr lang="en-US" dirty="0"/>
          </a:p>
        </p:txBody>
      </p:sp>
      <p:sp>
        <p:nvSpPr>
          <p:cNvPr id="11" name="Content Placeholder 10">
            <a:extLst>
              <a:ext uri="{FF2B5EF4-FFF2-40B4-BE49-F238E27FC236}">
                <a16:creationId xmlns:a16="http://schemas.microsoft.com/office/drawing/2014/main" id="{58F31683-5995-1D47-321D-A0BA1BCBA316}"/>
              </a:ext>
            </a:extLst>
          </p:cNvPr>
          <p:cNvSpPr>
            <a:spLocks noGrp="1"/>
          </p:cNvSpPr>
          <p:nvPr>
            <p:ph sz="quarter" idx="17"/>
          </p:nvPr>
        </p:nvSpPr>
        <p:spPr>
          <a:xfrm>
            <a:off x="838199" y="1600200"/>
            <a:ext cx="5257801" cy="3807273"/>
          </a:xfrm>
        </p:spPr>
        <p:txBody>
          <a:bodyPr anchor="t" anchorCtr="0"/>
          <a:lstStyle>
            <a:lvl1pPr marL="0" indent="0">
              <a:lnSpc>
                <a:spcPct val="100000"/>
              </a:lnSpc>
              <a:buNone/>
              <a:defRPr sz="1800" b="1"/>
            </a:lvl1pPr>
            <a:lvl2pPr marL="695325" indent="-231775">
              <a:lnSpc>
                <a:spcPct val="100000"/>
              </a:lnSpc>
              <a:tabLst/>
              <a:defRPr sz="1600"/>
            </a:lvl2pPr>
            <a:lvl3pPr>
              <a:lnSpc>
                <a:spcPct val="100000"/>
              </a:lnSpc>
              <a:defRPr sz="1200"/>
            </a:lvl3pPr>
            <a:lvl4pPr>
              <a:lnSpc>
                <a:spcPct val="100000"/>
              </a:lnSpc>
              <a:defRPr sz="1200"/>
            </a:lvl4pPr>
            <a:lvl5pPr>
              <a:lnSpc>
                <a:spcPct val="100000"/>
              </a:lnSpc>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10">
            <a:extLst>
              <a:ext uri="{FF2B5EF4-FFF2-40B4-BE49-F238E27FC236}">
                <a16:creationId xmlns:a16="http://schemas.microsoft.com/office/drawing/2014/main" id="{20697359-CBE8-79DF-0F6B-4AC137A68BF1}"/>
              </a:ext>
            </a:extLst>
          </p:cNvPr>
          <p:cNvSpPr>
            <a:spLocks noGrp="1"/>
          </p:cNvSpPr>
          <p:nvPr>
            <p:ph sz="quarter" idx="18"/>
          </p:nvPr>
        </p:nvSpPr>
        <p:spPr>
          <a:xfrm>
            <a:off x="6096000" y="1600199"/>
            <a:ext cx="5257801" cy="3807273"/>
          </a:xfrm>
        </p:spPr>
        <p:txBody>
          <a:bodyPr anchor="t" anchorCtr="0"/>
          <a:lstStyle>
            <a:lvl1pPr marL="0" indent="0">
              <a:lnSpc>
                <a:spcPct val="100000"/>
              </a:lnSpc>
              <a:buNone/>
              <a:defRPr sz="1800" b="1"/>
            </a:lvl1pPr>
            <a:lvl2pPr>
              <a:lnSpc>
                <a:spcPct val="100000"/>
              </a:lnSpc>
              <a:defRPr sz="1600"/>
            </a:lvl2pPr>
            <a:lvl3pPr>
              <a:lnSpc>
                <a:spcPct val="100000"/>
              </a:lnSpc>
              <a:defRPr sz="1200"/>
            </a:lvl3pPr>
            <a:lvl4pPr>
              <a:lnSpc>
                <a:spcPct val="100000"/>
              </a:lnSpc>
              <a:defRPr sz="1200"/>
            </a:lvl4pPr>
            <a:lvl5pPr>
              <a:lnSpc>
                <a:spcPct val="100000"/>
              </a:lnSpc>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Title 1">
            <a:extLst>
              <a:ext uri="{FF2B5EF4-FFF2-40B4-BE49-F238E27FC236}">
                <a16:creationId xmlns:a16="http://schemas.microsoft.com/office/drawing/2014/main" id="{4F5D9EA3-13AF-2D78-726B-06CEA6E1F909}"/>
              </a:ext>
            </a:extLst>
          </p:cNvPr>
          <p:cNvSpPr>
            <a:spLocks noGrp="1"/>
          </p:cNvSpPr>
          <p:nvPr>
            <p:ph type="title"/>
          </p:nvPr>
        </p:nvSpPr>
        <p:spPr>
          <a:xfrm>
            <a:off x="838200" y="161080"/>
            <a:ext cx="10515600" cy="618172"/>
          </a:xfrm>
          <a:prstGeom prst="rect">
            <a:avLst/>
          </a:prstGeom>
        </p:spPr>
        <p:txBody>
          <a:bodyPr>
            <a:noAutofit/>
          </a:bodyPr>
          <a:lstStyle>
            <a:lvl1pPr>
              <a:defRPr sz="4400"/>
            </a:lvl1pPr>
          </a:lstStyle>
          <a:p>
            <a:r>
              <a:rPr lang="en-US" dirty="0"/>
              <a:t>Click to edit Master title style</a:t>
            </a:r>
          </a:p>
        </p:txBody>
      </p:sp>
      <p:sp>
        <p:nvSpPr>
          <p:cNvPr id="15" name="Text Placeholder 8">
            <a:extLst>
              <a:ext uri="{FF2B5EF4-FFF2-40B4-BE49-F238E27FC236}">
                <a16:creationId xmlns:a16="http://schemas.microsoft.com/office/drawing/2014/main" id="{A6EC78F3-A758-8BF5-0763-0F9293B9CB3F}"/>
              </a:ext>
            </a:extLst>
          </p:cNvPr>
          <p:cNvSpPr>
            <a:spLocks noGrp="1"/>
          </p:cNvSpPr>
          <p:nvPr>
            <p:ph type="body" sz="quarter" idx="13"/>
          </p:nvPr>
        </p:nvSpPr>
        <p:spPr>
          <a:xfrm>
            <a:off x="838200" y="779252"/>
            <a:ext cx="10515600" cy="467232"/>
          </a:xfrm>
        </p:spPr>
        <p:txBody>
          <a:bodyPr>
            <a:noAutofit/>
          </a:bodyPr>
          <a:lstStyle>
            <a:lvl1pPr marL="0" indent="0">
              <a:buNone/>
              <a:defRPr sz="3000">
                <a:latin typeface="Calibri" panose="020F0502020204030204" pitchFamily="34" charset="0"/>
                <a:cs typeface="Calibri" panose="020F0502020204030204" pitchFamily="34" charset="0"/>
              </a:defRPr>
            </a:lvl1pPr>
          </a:lstStyle>
          <a:p>
            <a:pPr lvl="0"/>
            <a:r>
              <a:rPr lang="en-US" dirty="0"/>
              <a:t>Click to edit Master text styles</a:t>
            </a:r>
          </a:p>
        </p:txBody>
      </p:sp>
    </p:spTree>
    <p:extLst>
      <p:ext uri="{BB962C8B-B14F-4D97-AF65-F5344CB8AC3E}">
        <p14:creationId xmlns:p14="http://schemas.microsoft.com/office/powerpoint/2010/main" val="365895132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Picture_Text_Sidebar">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536425A6-44BE-AB9A-3EA0-FFDF3294E0EC}"/>
              </a:ext>
            </a:extLst>
          </p:cNvPr>
          <p:cNvSpPr>
            <a:spLocks noGrp="1"/>
          </p:cNvSpPr>
          <p:nvPr>
            <p:ph sz="quarter" idx="13"/>
          </p:nvPr>
        </p:nvSpPr>
        <p:spPr>
          <a:xfrm>
            <a:off x="838200" y="1565753"/>
            <a:ext cx="8230644" cy="3507287"/>
          </a:xfrm>
        </p:spPr>
        <p:txBody>
          <a:bodyPr numCol="2"/>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14">
            <a:extLst>
              <a:ext uri="{FF2B5EF4-FFF2-40B4-BE49-F238E27FC236}">
                <a16:creationId xmlns:a16="http://schemas.microsoft.com/office/drawing/2014/main" id="{EB379C8A-1790-5A55-C843-B7176D43E67D}"/>
              </a:ext>
            </a:extLst>
          </p:cNvPr>
          <p:cNvSpPr>
            <a:spLocks noGrp="1"/>
          </p:cNvSpPr>
          <p:nvPr>
            <p:ph sz="quarter" idx="14"/>
          </p:nvPr>
        </p:nvSpPr>
        <p:spPr>
          <a:xfrm>
            <a:off x="9194800" y="1565753"/>
            <a:ext cx="2159000" cy="1978025"/>
          </a:xfrm>
        </p:spPr>
        <p:txBody>
          <a:bodyPr/>
          <a:lstStyle/>
          <a:p>
            <a:pPr lvl="0"/>
            <a:r>
              <a:rPr lang="en-US" dirty="0"/>
              <a:t>Click to edit Master text styles</a:t>
            </a:r>
          </a:p>
          <a:p>
            <a:pPr lvl="1"/>
            <a:r>
              <a:rPr lang="en-US" dirty="0"/>
              <a:t>level</a:t>
            </a:r>
          </a:p>
        </p:txBody>
      </p:sp>
      <p:sp>
        <p:nvSpPr>
          <p:cNvPr id="17" name="Content Placeholder 16">
            <a:extLst>
              <a:ext uri="{FF2B5EF4-FFF2-40B4-BE49-F238E27FC236}">
                <a16:creationId xmlns:a16="http://schemas.microsoft.com/office/drawing/2014/main" id="{6FA2F209-D9CD-E314-7CFD-2866FA8574A2}"/>
              </a:ext>
            </a:extLst>
          </p:cNvPr>
          <p:cNvSpPr>
            <a:spLocks noGrp="1"/>
          </p:cNvSpPr>
          <p:nvPr>
            <p:ph sz="quarter" idx="15"/>
          </p:nvPr>
        </p:nvSpPr>
        <p:spPr>
          <a:xfrm>
            <a:off x="9194800" y="3780395"/>
            <a:ext cx="2159000" cy="1102702"/>
          </a:xfrm>
        </p:spPr>
        <p:txBody>
          <a:bodyPr>
            <a:normAutofit/>
          </a:bodyPr>
          <a:lstStyle>
            <a:lvl1pPr>
              <a:defRPr sz="1400"/>
            </a:lvl1pPr>
          </a:lstStyle>
          <a:p>
            <a:pPr lvl="0"/>
            <a:r>
              <a:rPr lang="en-US" dirty="0"/>
              <a:t>Click to edit Master text styles</a:t>
            </a:r>
          </a:p>
        </p:txBody>
      </p:sp>
      <p:sp>
        <p:nvSpPr>
          <p:cNvPr id="19" name="Content Placeholder 18">
            <a:extLst>
              <a:ext uri="{FF2B5EF4-FFF2-40B4-BE49-F238E27FC236}">
                <a16:creationId xmlns:a16="http://schemas.microsoft.com/office/drawing/2014/main" id="{514FB381-2E06-53BE-FB92-5C581ECBBE50}"/>
              </a:ext>
            </a:extLst>
          </p:cNvPr>
          <p:cNvSpPr>
            <a:spLocks noGrp="1"/>
          </p:cNvSpPr>
          <p:nvPr>
            <p:ph sz="quarter" idx="16"/>
          </p:nvPr>
        </p:nvSpPr>
        <p:spPr>
          <a:xfrm>
            <a:off x="838200" y="5222875"/>
            <a:ext cx="8230644" cy="1270000"/>
          </a:xfrm>
        </p:spPr>
        <p:txBody>
          <a:bodyPr/>
          <a:lstStyle>
            <a:lvl1pPr marL="0" indent="0">
              <a:buNone/>
              <a:defRPr sz="1800" b="1"/>
            </a:lvl1pPr>
            <a:lvl2pPr marL="231775" indent="-222250">
              <a:tabLst/>
              <a:defRPr sz="1600"/>
            </a:lvl2pPr>
            <a:lvl3pPr marL="463550" indent="-220663">
              <a:tabLst/>
              <a:defRPr sz="1400"/>
            </a:lvl3pPr>
          </a:lstStyle>
          <a:p>
            <a:pPr lvl="0"/>
            <a:r>
              <a:rPr lang="en-US" dirty="0"/>
              <a:t>Click to edit Master text styles</a:t>
            </a:r>
          </a:p>
          <a:p>
            <a:pPr lvl="1"/>
            <a:r>
              <a:rPr lang="en-US" dirty="0"/>
              <a:t>Second level</a:t>
            </a:r>
          </a:p>
          <a:p>
            <a:pPr lvl="2"/>
            <a:r>
              <a:rPr lang="en-US" dirty="0"/>
              <a:t>Third level</a:t>
            </a:r>
          </a:p>
        </p:txBody>
      </p:sp>
      <p:sp>
        <p:nvSpPr>
          <p:cNvPr id="20" name="Title 1">
            <a:extLst>
              <a:ext uri="{FF2B5EF4-FFF2-40B4-BE49-F238E27FC236}">
                <a16:creationId xmlns:a16="http://schemas.microsoft.com/office/drawing/2014/main" id="{CC834A4A-9CDC-D909-45BC-D7AE0C9F871F}"/>
              </a:ext>
            </a:extLst>
          </p:cNvPr>
          <p:cNvSpPr>
            <a:spLocks noGrp="1"/>
          </p:cNvSpPr>
          <p:nvPr>
            <p:ph type="title"/>
          </p:nvPr>
        </p:nvSpPr>
        <p:spPr>
          <a:xfrm>
            <a:off x="838200" y="161080"/>
            <a:ext cx="10515600" cy="618172"/>
          </a:xfrm>
          <a:prstGeom prst="rect">
            <a:avLst/>
          </a:prstGeom>
        </p:spPr>
        <p:txBody>
          <a:bodyPr>
            <a:noAutofit/>
          </a:bodyPr>
          <a:lstStyle>
            <a:lvl1pPr>
              <a:defRPr sz="4400"/>
            </a:lvl1pPr>
          </a:lstStyle>
          <a:p>
            <a:r>
              <a:rPr lang="en-US" dirty="0"/>
              <a:t>Click to edit Master title style</a:t>
            </a:r>
          </a:p>
        </p:txBody>
      </p:sp>
      <p:sp>
        <p:nvSpPr>
          <p:cNvPr id="21" name="Text Placeholder 8">
            <a:extLst>
              <a:ext uri="{FF2B5EF4-FFF2-40B4-BE49-F238E27FC236}">
                <a16:creationId xmlns:a16="http://schemas.microsoft.com/office/drawing/2014/main" id="{CC29D6AF-2783-349A-539D-2BEAD9254A98}"/>
              </a:ext>
            </a:extLst>
          </p:cNvPr>
          <p:cNvSpPr>
            <a:spLocks noGrp="1"/>
          </p:cNvSpPr>
          <p:nvPr>
            <p:ph type="body" sz="quarter" idx="17"/>
          </p:nvPr>
        </p:nvSpPr>
        <p:spPr>
          <a:xfrm>
            <a:off x="838200" y="779252"/>
            <a:ext cx="10515600" cy="467232"/>
          </a:xfrm>
        </p:spPr>
        <p:txBody>
          <a:bodyPr>
            <a:noAutofit/>
          </a:bodyPr>
          <a:lstStyle>
            <a:lvl1pPr marL="0" indent="0">
              <a:buNone/>
              <a:defRPr sz="3000">
                <a:latin typeface="Calibri" panose="020F0502020204030204" pitchFamily="34" charset="0"/>
                <a:cs typeface="Calibri" panose="020F0502020204030204" pitchFamily="34" charset="0"/>
              </a:defRPr>
            </a:lvl1pPr>
          </a:lstStyle>
          <a:p>
            <a:pPr lvl="0"/>
            <a:r>
              <a:rPr lang="en-US" dirty="0"/>
              <a:t>Click to edit Master text styles</a:t>
            </a:r>
          </a:p>
        </p:txBody>
      </p:sp>
    </p:spTree>
    <p:extLst>
      <p:ext uri="{BB962C8B-B14F-4D97-AF65-F5344CB8AC3E}">
        <p14:creationId xmlns:p14="http://schemas.microsoft.com/office/powerpoint/2010/main" val="42290624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Two Column Layou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D3231A7-B424-73E7-B253-48E720ED5E44}"/>
              </a:ext>
            </a:extLst>
          </p:cNvPr>
          <p:cNvSpPr>
            <a:spLocks noGrp="1"/>
          </p:cNvSpPr>
          <p:nvPr>
            <p:ph type="title"/>
          </p:nvPr>
        </p:nvSpPr>
        <p:spPr>
          <a:xfrm>
            <a:off x="838200" y="161080"/>
            <a:ext cx="10515600" cy="618172"/>
          </a:xfrm>
          <a:prstGeom prst="rect">
            <a:avLst/>
          </a:prstGeom>
        </p:spPr>
        <p:txBody>
          <a:bodyPr>
            <a:noAutofit/>
          </a:bodyPr>
          <a:lstStyle>
            <a:lvl1pPr>
              <a:defRPr sz="4400"/>
            </a:lvl1pPr>
          </a:lstStyle>
          <a:p>
            <a:r>
              <a:rPr lang="en-US" dirty="0"/>
              <a:t>Click to edit Master title style</a:t>
            </a:r>
          </a:p>
        </p:txBody>
      </p:sp>
      <p:sp>
        <p:nvSpPr>
          <p:cNvPr id="4" name="Text Placeholder 8">
            <a:extLst>
              <a:ext uri="{FF2B5EF4-FFF2-40B4-BE49-F238E27FC236}">
                <a16:creationId xmlns:a16="http://schemas.microsoft.com/office/drawing/2014/main" id="{E73DA2FA-DE23-0D69-E3E1-DEE48F12C22C}"/>
              </a:ext>
            </a:extLst>
          </p:cNvPr>
          <p:cNvSpPr>
            <a:spLocks noGrp="1"/>
          </p:cNvSpPr>
          <p:nvPr>
            <p:ph type="body" sz="quarter" idx="17"/>
          </p:nvPr>
        </p:nvSpPr>
        <p:spPr>
          <a:xfrm>
            <a:off x="838200" y="779252"/>
            <a:ext cx="10515600" cy="467232"/>
          </a:xfrm>
        </p:spPr>
        <p:txBody>
          <a:bodyPr>
            <a:noAutofit/>
          </a:bodyPr>
          <a:lstStyle>
            <a:lvl1pPr marL="0" indent="0">
              <a:buNone/>
              <a:defRPr sz="3000">
                <a:latin typeface="Calibri" panose="020F0502020204030204" pitchFamily="34" charset="0"/>
                <a:cs typeface="Calibri" panose="020F0502020204030204" pitchFamily="34" charset="0"/>
              </a:defRPr>
            </a:lvl1pPr>
          </a:lstStyle>
          <a:p>
            <a:pPr lvl="0"/>
            <a:r>
              <a:rPr lang="en-US" dirty="0"/>
              <a:t>Click to edit Master text styles</a:t>
            </a:r>
          </a:p>
        </p:txBody>
      </p:sp>
      <p:sp>
        <p:nvSpPr>
          <p:cNvPr id="6" name="Content Placeholder 5">
            <a:extLst>
              <a:ext uri="{FF2B5EF4-FFF2-40B4-BE49-F238E27FC236}">
                <a16:creationId xmlns:a16="http://schemas.microsoft.com/office/drawing/2014/main" id="{C2E625B3-993B-B1C2-25BD-55419B72DAB1}"/>
              </a:ext>
            </a:extLst>
          </p:cNvPr>
          <p:cNvSpPr>
            <a:spLocks noGrp="1"/>
          </p:cNvSpPr>
          <p:nvPr>
            <p:ph sz="quarter" idx="18"/>
          </p:nvPr>
        </p:nvSpPr>
        <p:spPr>
          <a:xfrm>
            <a:off x="4495800" y="1433416"/>
            <a:ext cx="6858000" cy="3180251"/>
          </a:xfrm>
        </p:spPr>
        <p:txBody>
          <a:bodyPr anchor="ctr" anchorCtr="0"/>
          <a:lstStyle>
            <a:lvl2pPr algn="l">
              <a:defRPr/>
            </a:lvl2pPr>
          </a:lstStyle>
          <a:p>
            <a:pPr lvl="0"/>
            <a:r>
              <a:rPr lang="en-US" dirty="0"/>
              <a:t>Click to edit Master text styles</a:t>
            </a:r>
          </a:p>
          <a:p>
            <a:pPr lvl="1"/>
            <a:r>
              <a:rPr lang="en-US" dirty="0"/>
              <a:t>Second level</a:t>
            </a:r>
          </a:p>
        </p:txBody>
      </p:sp>
      <p:sp>
        <p:nvSpPr>
          <p:cNvPr id="7" name="Content Placeholder 5">
            <a:extLst>
              <a:ext uri="{FF2B5EF4-FFF2-40B4-BE49-F238E27FC236}">
                <a16:creationId xmlns:a16="http://schemas.microsoft.com/office/drawing/2014/main" id="{6DDAE58A-8171-1868-0359-6EAF8D436019}"/>
              </a:ext>
            </a:extLst>
          </p:cNvPr>
          <p:cNvSpPr>
            <a:spLocks noGrp="1"/>
          </p:cNvSpPr>
          <p:nvPr>
            <p:ph sz="quarter" idx="19"/>
          </p:nvPr>
        </p:nvSpPr>
        <p:spPr>
          <a:xfrm>
            <a:off x="838200" y="1433417"/>
            <a:ext cx="3200400" cy="5080096"/>
          </a:xfrm>
        </p:spPr>
        <p:txBody>
          <a:bodyPr anchor="ctr" anchorCtr="0"/>
          <a:lstStyle>
            <a:lvl1pPr marL="0" indent="0">
              <a:buNone/>
              <a:defRPr sz="1600" b="1"/>
            </a:lvl1pPr>
            <a:lvl2pPr marL="285750" indent="-276225">
              <a:buFont typeface="Arial" panose="020B0604020202020204" pitchFamily="34" charset="0"/>
              <a:buChar char="•"/>
              <a:tabLst/>
              <a:defRPr sz="1400"/>
            </a:lvl2pPr>
            <a:lvl3pPr marL="407988" indent="-176213">
              <a:buFont typeface="Arial" panose="020B0604020202020204" pitchFamily="34" charset="0"/>
              <a:buChar char="•"/>
              <a:tabLst/>
              <a:defRPr sz="1200"/>
            </a:lvl3pPr>
          </a:lstStyle>
          <a:p>
            <a:pPr lvl="0"/>
            <a:r>
              <a:rPr lang="en-US" dirty="0"/>
              <a:t>Click to edit Master text styles</a:t>
            </a:r>
          </a:p>
          <a:p>
            <a:pPr lvl="1"/>
            <a:r>
              <a:rPr lang="en-US" dirty="0"/>
              <a:t>Second level</a:t>
            </a:r>
          </a:p>
          <a:p>
            <a:pPr lvl="2"/>
            <a:r>
              <a:rPr lang="en-US" dirty="0"/>
              <a:t>Third level</a:t>
            </a:r>
          </a:p>
          <a:p>
            <a:pPr lvl="2"/>
            <a:endParaRPr lang="en-US" dirty="0"/>
          </a:p>
        </p:txBody>
      </p:sp>
      <p:sp>
        <p:nvSpPr>
          <p:cNvPr id="2" name="Content Placeholder 5">
            <a:extLst>
              <a:ext uri="{FF2B5EF4-FFF2-40B4-BE49-F238E27FC236}">
                <a16:creationId xmlns:a16="http://schemas.microsoft.com/office/drawing/2014/main" id="{8AD42F6E-4861-D55F-9A57-0D169C3127AC}"/>
              </a:ext>
            </a:extLst>
          </p:cNvPr>
          <p:cNvSpPr>
            <a:spLocks noGrp="1"/>
          </p:cNvSpPr>
          <p:nvPr>
            <p:ph sz="quarter" idx="20"/>
          </p:nvPr>
        </p:nvSpPr>
        <p:spPr>
          <a:xfrm>
            <a:off x="4495800" y="4343401"/>
            <a:ext cx="6858000" cy="2170112"/>
          </a:xfrm>
        </p:spPr>
        <p:txBody>
          <a:bodyPr anchor="ctr"/>
          <a:lstStyle/>
          <a:p>
            <a:pPr lvl="0"/>
            <a:r>
              <a:rPr lang="en-US" dirty="0"/>
              <a:t>Click to edit Master text styles</a:t>
            </a:r>
          </a:p>
          <a:p>
            <a:pPr lvl="1"/>
            <a:r>
              <a:rPr lang="en-US" dirty="0"/>
              <a:t>Second level</a:t>
            </a:r>
          </a:p>
        </p:txBody>
      </p:sp>
    </p:spTree>
    <p:extLst>
      <p:ext uri="{BB962C8B-B14F-4D97-AF65-F5344CB8AC3E}">
        <p14:creationId xmlns:p14="http://schemas.microsoft.com/office/powerpoint/2010/main" val="293814316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Two Column Layou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D3231A7-B424-73E7-B253-48E720ED5E44}"/>
              </a:ext>
            </a:extLst>
          </p:cNvPr>
          <p:cNvSpPr>
            <a:spLocks noGrp="1"/>
          </p:cNvSpPr>
          <p:nvPr>
            <p:ph type="title"/>
          </p:nvPr>
        </p:nvSpPr>
        <p:spPr>
          <a:xfrm>
            <a:off x="838200" y="161080"/>
            <a:ext cx="10515600" cy="618172"/>
          </a:xfrm>
          <a:prstGeom prst="rect">
            <a:avLst/>
          </a:prstGeom>
        </p:spPr>
        <p:txBody>
          <a:bodyPr>
            <a:noAutofit/>
          </a:bodyPr>
          <a:lstStyle>
            <a:lvl1pPr>
              <a:defRPr sz="4400"/>
            </a:lvl1pPr>
          </a:lstStyle>
          <a:p>
            <a:r>
              <a:rPr lang="en-US" dirty="0"/>
              <a:t>Click to edit Master title style</a:t>
            </a:r>
          </a:p>
        </p:txBody>
      </p:sp>
      <p:sp>
        <p:nvSpPr>
          <p:cNvPr id="4" name="Text Placeholder 8">
            <a:extLst>
              <a:ext uri="{FF2B5EF4-FFF2-40B4-BE49-F238E27FC236}">
                <a16:creationId xmlns:a16="http://schemas.microsoft.com/office/drawing/2014/main" id="{E73DA2FA-DE23-0D69-E3E1-DEE48F12C22C}"/>
              </a:ext>
            </a:extLst>
          </p:cNvPr>
          <p:cNvSpPr>
            <a:spLocks noGrp="1"/>
          </p:cNvSpPr>
          <p:nvPr>
            <p:ph type="body" sz="quarter" idx="17"/>
          </p:nvPr>
        </p:nvSpPr>
        <p:spPr>
          <a:xfrm>
            <a:off x="838200" y="779252"/>
            <a:ext cx="10515600" cy="467232"/>
          </a:xfrm>
        </p:spPr>
        <p:txBody>
          <a:bodyPr>
            <a:noAutofit/>
          </a:bodyPr>
          <a:lstStyle>
            <a:lvl1pPr marL="0" indent="0">
              <a:buNone/>
              <a:defRPr sz="3000">
                <a:latin typeface="Calibri" panose="020F0502020204030204" pitchFamily="34" charset="0"/>
                <a:cs typeface="Calibri" panose="020F0502020204030204" pitchFamily="34" charset="0"/>
              </a:defRPr>
            </a:lvl1pPr>
          </a:lstStyle>
          <a:p>
            <a:pPr lvl="0"/>
            <a:r>
              <a:rPr lang="en-US" dirty="0"/>
              <a:t>Click to edit Master text styles</a:t>
            </a:r>
          </a:p>
        </p:txBody>
      </p:sp>
      <p:sp>
        <p:nvSpPr>
          <p:cNvPr id="6" name="Content Placeholder 5">
            <a:extLst>
              <a:ext uri="{FF2B5EF4-FFF2-40B4-BE49-F238E27FC236}">
                <a16:creationId xmlns:a16="http://schemas.microsoft.com/office/drawing/2014/main" id="{C2E625B3-993B-B1C2-25BD-55419B72DAB1}"/>
              </a:ext>
            </a:extLst>
          </p:cNvPr>
          <p:cNvSpPr>
            <a:spLocks noGrp="1"/>
          </p:cNvSpPr>
          <p:nvPr>
            <p:ph sz="quarter" idx="18"/>
          </p:nvPr>
        </p:nvSpPr>
        <p:spPr>
          <a:xfrm>
            <a:off x="4495800" y="2057399"/>
            <a:ext cx="6858000" cy="2057401"/>
          </a:xfrm>
        </p:spPr>
        <p:txBody>
          <a:bodyPr anchor="ctr" anchorCtr="0"/>
          <a:lstStyle>
            <a:lvl2pPr algn="l">
              <a:defRPr/>
            </a:lvl2pPr>
          </a:lstStyle>
          <a:p>
            <a:pPr lvl="0"/>
            <a:r>
              <a:rPr lang="en-US" dirty="0"/>
              <a:t>Click to edit Master text styles</a:t>
            </a:r>
          </a:p>
          <a:p>
            <a:pPr lvl="1"/>
            <a:r>
              <a:rPr lang="en-US" dirty="0"/>
              <a:t>Second level</a:t>
            </a:r>
          </a:p>
        </p:txBody>
      </p:sp>
      <p:sp>
        <p:nvSpPr>
          <p:cNvPr id="7" name="Content Placeholder 5">
            <a:extLst>
              <a:ext uri="{FF2B5EF4-FFF2-40B4-BE49-F238E27FC236}">
                <a16:creationId xmlns:a16="http://schemas.microsoft.com/office/drawing/2014/main" id="{6DDAE58A-8171-1868-0359-6EAF8D436019}"/>
              </a:ext>
            </a:extLst>
          </p:cNvPr>
          <p:cNvSpPr>
            <a:spLocks noGrp="1"/>
          </p:cNvSpPr>
          <p:nvPr>
            <p:ph sz="quarter" idx="19"/>
          </p:nvPr>
        </p:nvSpPr>
        <p:spPr>
          <a:xfrm>
            <a:off x="838200" y="1433417"/>
            <a:ext cx="3200400" cy="5080096"/>
          </a:xfrm>
        </p:spPr>
        <p:txBody>
          <a:bodyPr anchor="ctr" anchorCtr="0"/>
          <a:lstStyle>
            <a:lvl1pPr marL="0" indent="0">
              <a:buNone/>
              <a:defRPr sz="1600" b="1"/>
            </a:lvl1pPr>
            <a:lvl2pPr marL="231775" indent="-222250">
              <a:tabLst/>
              <a:defRPr sz="1400"/>
            </a:lvl2pPr>
            <a:lvl3pPr marL="463550" indent="-231775">
              <a:tabLst/>
              <a:defRPr sz="1200"/>
            </a:lvl3pPr>
          </a:lstStyle>
          <a:p>
            <a:pPr lvl="0"/>
            <a:r>
              <a:rPr lang="en-US" dirty="0"/>
              <a:t>Click to edit Master text styles</a:t>
            </a:r>
          </a:p>
          <a:p>
            <a:pPr lvl="1"/>
            <a:r>
              <a:rPr lang="en-US" dirty="0"/>
              <a:t>Second level</a:t>
            </a:r>
          </a:p>
          <a:p>
            <a:pPr lvl="2"/>
            <a:r>
              <a:rPr lang="en-US" dirty="0"/>
              <a:t>Third level</a:t>
            </a:r>
          </a:p>
        </p:txBody>
      </p:sp>
      <p:sp>
        <p:nvSpPr>
          <p:cNvPr id="5" name="Content Placeholder 5">
            <a:extLst>
              <a:ext uri="{FF2B5EF4-FFF2-40B4-BE49-F238E27FC236}">
                <a16:creationId xmlns:a16="http://schemas.microsoft.com/office/drawing/2014/main" id="{8268AD78-8E83-814C-449D-A3063EDC02BE}"/>
              </a:ext>
            </a:extLst>
          </p:cNvPr>
          <p:cNvSpPr>
            <a:spLocks noGrp="1"/>
          </p:cNvSpPr>
          <p:nvPr>
            <p:ph sz="quarter" idx="20"/>
          </p:nvPr>
        </p:nvSpPr>
        <p:spPr>
          <a:xfrm>
            <a:off x="4495800" y="4114800"/>
            <a:ext cx="6858000" cy="2057401"/>
          </a:xfrm>
        </p:spPr>
        <p:txBody>
          <a:bodyPr anchor="ctr" anchorCtr="0"/>
          <a:lstStyle>
            <a:lvl2pPr algn="l">
              <a:defRPr/>
            </a:lvl2pPr>
          </a:lstStyle>
          <a:p>
            <a:pPr lvl="0"/>
            <a:r>
              <a:rPr lang="en-US" dirty="0"/>
              <a:t>Click to edit Master text styles</a:t>
            </a:r>
          </a:p>
          <a:p>
            <a:pPr lvl="1"/>
            <a:r>
              <a:rPr lang="en-US" dirty="0"/>
              <a:t>Second level</a:t>
            </a:r>
          </a:p>
        </p:txBody>
      </p:sp>
    </p:spTree>
    <p:extLst>
      <p:ext uri="{BB962C8B-B14F-4D97-AF65-F5344CB8AC3E}">
        <p14:creationId xmlns:p14="http://schemas.microsoft.com/office/powerpoint/2010/main" val="21260493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11" name="Content Placeholder 10">
            <a:extLst>
              <a:ext uri="{FF2B5EF4-FFF2-40B4-BE49-F238E27FC236}">
                <a16:creationId xmlns:a16="http://schemas.microsoft.com/office/drawing/2014/main" id="{DF2034F8-A200-DCE2-0E7A-2D27BEF622F0}"/>
              </a:ext>
            </a:extLst>
          </p:cNvPr>
          <p:cNvSpPr>
            <a:spLocks noGrp="1"/>
          </p:cNvSpPr>
          <p:nvPr>
            <p:ph sz="quarter" idx="20"/>
          </p:nvPr>
        </p:nvSpPr>
        <p:spPr>
          <a:xfrm>
            <a:off x="838200" y="1515649"/>
            <a:ext cx="10515600" cy="4697826"/>
          </a:xfrm>
        </p:spPr>
        <p:txBody>
          <a:bodyPr>
            <a:normAutofit/>
          </a:bodyPr>
          <a:lstStyle>
            <a:lvl1pPr>
              <a:defRPr sz="1000"/>
            </a:lvl1pPr>
            <a:lvl5pPr marL="1828800" indent="0">
              <a:buNone/>
              <a:defRPr/>
            </a:lvl5pPr>
          </a:lstStyle>
          <a:p>
            <a:pPr lvl="0"/>
            <a:r>
              <a:rPr lang="en-US" dirty="0"/>
              <a:t>Click to edit Master text styles</a:t>
            </a:r>
          </a:p>
        </p:txBody>
      </p:sp>
      <p:sp>
        <p:nvSpPr>
          <p:cNvPr id="3" name="Title 1">
            <a:extLst>
              <a:ext uri="{FF2B5EF4-FFF2-40B4-BE49-F238E27FC236}">
                <a16:creationId xmlns:a16="http://schemas.microsoft.com/office/drawing/2014/main" id="{7129E76A-7518-90A7-15EB-B96DA7BA4E28}"/>
              </a:ext>
            </a:extLst>
          </p:cNvPr>
          <p:cNvSpPr>
            <a:spLocks noGrp="1"/>
          </p:cNvSpPr>
          <p:nvPr>
            <p:ph type="title"/>
          </p:nvPr>
        </p:nvSpPr>
        <p:spPr>
          <a:xfrm>
            <a:off x="838200" y="161080"/>
            <a:ext cx="10515600" cy="618172"/>
          </a:xfrm>
          <a:prstGeom prst="rect">
            <a:avLst/>
          </a:prstGeom>
        </p:spPr>
        <p:txBody>
          <a:bodyPr>
            <a:noAutofit/>
          </a:bodyPr>
          <a:lstStyle>
            <a:lvl1pPr>
              <a:defRPr sz="4400"/>
            </a:lvl1pPr>
          </a:lstStyle>
          <a:p>
            <a:r>
              <a:rPr lang="en-US" dirty="0"/>
              <a:t>Click to edit Master title style</a:t>
            </a:r>
          </a:p>
        </p:txBody>
      </p:sp>
      <p:sp>
        <p:nvSpPr>
          <p:cNvPr id="4" name="Text Placeholder 8">
            <a:extLst>
              <a:ext uri="{FF2B5EF4-FFF2-40B4-BE49-F238E27FC236}">
                <a16:creationId xmlns:a16="http://schemas.microsoft.com/office/drawing/2014/main" id="{5A24B024-B19F-78D2-40E8-C9478B8EB19E}"/>
              </a:ext>
            </a:extLst>
          </p:cNvPr>
          <p:cNvSpPr>
            <a:spLocks noGrp="1"/>
          </p:cNvSpPr>
          <p:nvPr>
            <p:ph type="body" sz="quarter" idx="17"/>
          </p:nvPr>
        </p:nvSpPr>
        <p:spPr>
          <a:xfrm>
            <a:off x="838200" y="779252"/>
            <a:ext cx="10515600" cy="467232"/>
          </a:xfrm>
        </p:spPr>
        <p:txBody>
          <a:bodyPr>
            <a:noAutofit/>
          </a:bodyPr>
          <a:lstStyle>
            <a:lvl1pPr marL="0" indent="0">
              <a:buNone/>
              <a:defRPr sz="3000">
                <a:latin typeface="Calibri" panose="020F0502020204030204" pitchFamily="34" charset="0"/>
                <a:cs typeface="Calibri" panose="020F0502020204030204" pitchFamily="34" charset="0"/>
              </a:defRPr>
            </a:lvl1pPr>
          </a:lstStyle>
          <a:p>
            <a:pPr lvl="0"/>
            <a:r>
              <a:rPr lang="en-US" dirty="0"/>
              <a:t>Click to edit Master text styles</a:t>
            </a:r>
          </a:p>
        </p:txBody>
      </p:sp>
      <p:sp>
        <p:nvSpPr>
          <p:cNvPr id="6" name="Content Placeholder 5">
            <a:extLst>
              <a:ext uri="{FF2B5EF4-FFF2-40B4-BE49-F238E27FC236}">
                <a16:creationId xmlns:a16="http://schemas.microsoft.com/office/drawing/2014/main" id="{8351ECEB-7C64-3507-9C6E-84B0FB3BF375}"/>
              </a:ext>
            </a:extLst>
          </p:cNvPr>
          <p:cNvSpPr>
            <a:spLocks noGrp="1"/>
          </p:cNvSpPr>
          <p:nvPr>
            <p:ph sz="quarter" idx="18"/>
          </p:nvPr>
        </p:nvSpPr>
        <p:spPr>
          <a:xfrm>
            <a:off x="838200" y="1515649"/>
            <a:ext cx="4122738" cy="4697826"/>
          </a:xfrm>
        </p:spPr>
        <p:txBody>
          <a:bodyPr anchor="ctr" anchorCtr="1">
            <a:normAutofit/>
          </a:bodyPr>
          <a:lstStyle>
            <a:lvl1pPr marL="0" indent="0" algn="l">
              <a:buFontTx/>
              <a:buNone/>
              <a:defRPr sz="1400" b="1"/>
            </a:lvl1pPr>
            <a:lvl2pPr marL="228600" algn="l">
              <a:defRPr sz="1400"/>
            </a:lvl2pPr>
            <a:lvl3pPr marL="685800" algn="l">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p:txBody>
      </p:sp>
      <p:sp>
        <p:nvSpPr>
          <p:cNvPr id="9" name="Content Placeholder 5">
            <a:extLst>
              <a:ext uri="{FF2B5EF4-FFF2-40B4-BE49-F238E27FC236}">
                <a16:creationId xmlns:a16="http://schemas.microsoft.com/office/drawing/2014/main" id="{165F513C-DD91-A929-0048-FC29DC1D0036}"/>
              </a:ext>
            </a:extLst>
          </p:cNvPr>
          <p:cNvSpPr>
            <a:spLocks noGrp="1"/>
          </p:cNvSpPr>
          <p:nvPr>
            <p:ph sz="quarter" idx="19"/>
          </p:nvPr>
        </p:nvSpPr>
        <p:spPr>
          <a:xfrm>
            <a:off x="7231064" y="1515649"/>
            <a:ext cx="4122738" cy="4697826"/>
          </a:xfrm>
        </p:spPr>
        <p:txBody>
          <a:bodyPr anchor="ctr" anchorCtr="1">
            <a:normAutofit/>
          </a:bodyPr>
          <a:lstStyle>
            <a:lvl1pPr marL="0" indent="0" algn="l">
              <a:buNone/>
              <a:defRPr sz="1400" b="1"/>
            </a:lvl1pPr>
            <a:lvl2pPr marL="228600" algn="l">
              <a:defRPr sz="1400"/>
            </a:lvl2pPr>
            <a:lvl3pPr marL="685800" algn="l">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p:txBody>
      </p:sp>
      <p:sp>
        <p:nvSpPr>
          <p:cNvPr id="5" name="Content Placeholder 4">
            <a:extLst>
              <a:ext uri="{FF2B5EF4-FFF2-40B4-BE49-F238E27FC236}">
                <a16:creationId xmlns:a16="http://schemas.microsoft.com/office/drawing/2014/main" id="{2B21D8F4-62D5-4C9C-F88D-9ABC893A4E37}"/>
              </a:ext>
            </a:extLst>
          </p:cNvPr>
          <p:cNvSpPr>
            <a:spLocks noGrp="1"/>
          </p:cNvSpPr>
          <p:nvPr>
            <p:ph sz="quarter" idx="21"/>
          </p:nvPr>
        </p:nvSpPr>
        <p:spPr>
          <a:xfrm>
            <a:off x="838200" y="6213475"/>
            <a:ext cx="10515600" cy="525463"/>
          </a:xfrm>
        </p:spPr>
        <p:txBody>
          <a:bodyPr/>
          <a:lstStyle>
            <a:lvl1pPr>
              <a:defRPr sz="1400"/>
            </a:lvl1pPr>
            <a:lvl2pPr>
              <a:defRPr sz="1200"/>
            </a:lvl2pPr>
          </a:lstStyle>
          <a:p>
            <a:pPr lvl="0"/>
            <a:r>
              <a:rPr lang="en-US" dirty="0"/>
              <a:t>Click to edit Master text styles</a:t>
            </a:r>
          </a:p>
          <a:p>
            <a:pPr lvl="1"/>
            <a:r>
              <a:rPr lang="en-US" dirty="0"/>
              <a:t>Second level</a:t>
            </a:r>
          </a:p>
        </p:txBody>
      </p:sp>
    </p:spTree>
    <p:extLst>
      <p:ext uri="{BB962C8B-B14F-4D97-AF65-F5344CB8AC3E}">
        <p14:creationId xmlns:p14="http://schemas.microsoft.com/office/powerpoint/2010/main" val="14024664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129E76A-7518-90A7-15EB-B96DA7BA4E28}"/>
              </a:ext>
            </a:extLst>
          </p:cNvPr>
          <p:cNvSpPr>
            <a:spLocks noGrp="1"/>
          </p:cNvSpPr>
          <p:nvPr>
            <p:ph type="title"/>
          </p:nvPr>
        </p:nvSpPr>
        <p:spPr>
          <a:xfrm>
            <a:off x="838200" y="161080"/>
            <a:ext cx="10515600" cy="618172"/>
          </a:xfrm>
          <a:prstGeom prst="rect">
            <a:avLst/>
          </a:prstGeom>
        </p:spPr>
        <p:txBody>
          <a:bodyPr>
            <a:noAutofit/>
          </a:bodyPr>
          <a:lstStyle>
            <a:lvl1pPr>
              <a:defRPr sz="4400"/>
            </a:lvl1pPr>
          </a:lstStyle>
          <a:p>
            <a:r>
              <a:rPr lang="en-US" dirty="0"/>
              <a:t>Click to edit Master title style</a:t>
            </a:r>
          </a:p>
        </p:txBody>
      </p:sp>
      <p:sp>
        <p:nvSpPr>
          <p:cNvPr id="4" name="Text Placeholder 8">
            <a:extLst>
              <a:ext uri="{FF2B5EF4-FFF2-40B4-BE49-F238E27FC236}">
                <a16:creationId xmlns:a16="http://schemas.microsoft.com/office/drawing/2014/main" id="{5A24B024-B19F-78D2-40E8-C9478B8EB19E}"/>
              </a:ext>
            </a:extLst>
          </p:cNvPr>
          <p:cNvSpPr>
            <a:spLocks noGrp="1"/>
          </p:cNvSpPr>
          <p:nvPr>
            <p:ph type="body" sz="quarter" idx="17"/>
          </p:nvPr>
        </p:nvSpPr>
        <p:spPr>
          <a:xfrm>
            <a:off x="838200" y="779252"/>
            <a:ext cx="10515600" cy="467232"/>
          </a:xfrm>
        </p:spPr>
        <p:txBody>
          <a:bodyPr>
            <a:noAutofit/>
          </a:bodyPr>
          <a:lstStyle>
            <a:lvl1pPr marL="0" indent="0">
              <a:buNone/>
              <a:defRPr sz="3000">
                <a:latin typeface="Calibri" panose="020F0502020204030204" pitchFamily="34" charset="0"/>
                <a:cs typeface="Calibri" panose="020F0502020204030204" pitchFamily="34" charset="0"/>
              </a:defRPr>
            </a:lvl1pPr>
          </a:lstStyle>
          <a:p>
            <a:pPr lvl="0"/>
            <a:r>
              <a:rPr lang="en-US" dirty="0"/>
              <a:t>Click to edit Master text styles</a:t>
            </a:r>
          </a:p>
        </p:txBody>
      </p:sp>
    </p:spTree>
    <p:extLst>
      <p:ext uri="{BB962C8B-B14F-4D97-AF65-F5344CB8AC3E}">
        <p14:creationId xmlns:p14="http://schemas.microsoft.com/office/powerpoint/2010/main" val="5016402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41D5B87F-B75E-28DD-5DB9-B667AD0638D2}"/>
              </a:ext>
            </a:extLst>
          </p:cNvPr>
          <p:cNvSpPr/>
          <p:nvPr userDrawn="1"/>
        </p:nvSpPr>
        <p:spPr>
          <a:xfrm>
            <a:off x="0" y="0"/>
            <a:ext cx="12192000" cy="1325563"/>
          </a:xfrm>
          <a:custGeom>
            <a:avLst/>
            <a:gdLst>
              <a:gd name="connsiteX0" fmla="*/ 0 w 12192000"/>
              <a:gd name="connsiteY0" fmla="*/ 0 h 1835380"/>
              <a:gd name="connsiteX1" fmla="*/ 12192000 w 12192000"/>
              <a:gd name="connsiteY1" fmla="*/ 0 h 1835380"/>
              <a:gd name="connsiteX2" fmla="*/ 12192000 w 12192000"/>
              <a:gd name="connsiteY2" fmla="*/ 1190046 h 1835380"/>
              <a:gd name="connsiteX3" fmla="*/ 12168180 w 12192000"/>
              <a:gd name="connsiteY3" fmla="*/ 1195048 h 1835380"/>
              <a:gd name="connsiteX4" fmla="*/ 3223246 w 12192000"/>
              <a:gd name="connsiteY4" fmla="*/ 1835380 h 1835380"/>
              <a:gd name="connsiteX5" fmla="*/ 15456 w 12192000"/>
              <a:gd name="connsiteY5" fmla="*/ 1770085 h 1835380"/>
              <a:gd name="connsiteX6" fmla="*/ 0 w 12192000"/>
              <a:gd name="connsiteY6" fmla="*/ 1769323 h 1835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835380">
                <a:moveTo>
                  <a:pt x="0" y="0"/>
                </a:moveTo>
                <a:lnTo>
                  <a:pt x="12192000" y="0"/>
                </a:lnTo>
                <a:lnTo>
                  <a:pt x="12192000" y="1190046"/>
                </a:lnTo>
                <a:lnTo>
                  <a:pt x="12168180" y="1195048"/>
                </a:lnTo>
                <a:cubicBezTo>
                  <a:pt x="10229638" y="1581379"/>
                  <a:pt x="6946758" y="1835380"/>
                  <a:pt x="3223246" y="1835380"/>
                </a:cubicBezTo>
                <a:cubicBezTo>
                  <a:pt x="2106193" y="1835380"/>
                  <a:pt x="1028796" y="1812520"/>
                  <a:pt x="15456" y="1770085"/>
                </a:cubicBezTo>
                <a:lnTo>
                  <a:pt x="0" y="1769323"/>
                </a:lnTo>
                <a:close/>
              </a:path>
            </a:pathLst>
          </a:custGeom>
          <a:solidFill>
            <a:srgbClr val="67C3E6">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Text Placeholder 2">
            <a:extLst>
              <a:ext uri="{FF2B5EF4-FFF2-40B4-BE49-F238E27FC236}">
                <a16:creationId xmlns:a16="http://schemas.microsoft.com/office/drawing/2014/main" id="{5730F43B-03A2-B7C2-AF27-D39F8FFAE16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itle Placeholder 9">
            <a:extLst>
              <a:ext uri="{FF2B5EF4-FFF2-40B4-BE49-F238E27FC236}">
                <a16:creationId xmlns:a16="http://schemas.microsoft.com/office/drawing/2014/main" id="{DD72215D-2235-D782-1BC1-0B5953E4F28D}"/>
              </a:ext>
            </a:extLst>
          </p:cNvPr>
          <p:cNvSpPr>
            <a:spLocks noGrp="1"/>
          </p:cNvSpPr>
          <p:nvPr>
            <p:ph type="title"/>
          </p:nvPr>
        </p:nvSpPr>
        <p:spPr>
          <a:xfrm>
            <a:off x="838200" y="94691"/>
            <a:ext cx="10515600" cy="820581"/>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412336370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80" r:id="rId13"/>
    <p:sldLayoutId id="2147483676" r:id="rId14"/>
    <p:sldLayoutId id="2147483673" r:id="rId15"/>
    <p:sldLayoutId id="2147483681" r:id="rId16"/>
    <p:sldLayoutId id="2147483678" r:id="rId17"/>
    <p:sldLayoutId id="2147483674" r:id="rId18"/>
    <p:sldLayoutId id="2147483675" r:id="rId19"/>
    <p:sldLayoutId id="2147483679" r:id="rId20"/>
    <p:sldLayoutId id="2147483683" r:id="rId21"/>
    <p:sldLayoutId id="2147483677" r:id="rId22"/>
    <p:sldLayoutId id="2147483684" r:id="rId2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imaa-institute.org/mergers-and-acquisitions-statistics/united-states-ma-statistics/" TargetMode="External"/><Relationship Id="rId2" Type="http://schemas.openxmlformats.org/officeDocument/2006/relationships/notesSlide" Target="../notesSlides/notesSlide2.xml"/><Relationship Id="rId1" Type="http://schemas.openxmlformats.org/officeDocument/2006/relationships/slideLayout" Target="../slideLayouts/slideLayout15.xml"/><Relationship Id="rId4" Type="http://schemas.openxmlformats.org/officeDocument/2006/relationships/hyperlink" Target="https://finance.yahoo.com/news/why-90-mergers-acquisitions-fail-155000525.html?guccounter=1&amp;guce_referrer=aHR0cHM6Ly93d3cuZ29vZ2xlLmNvbS8&amp;guce_referrer_sig=AQAAAMMPygZgHsUSbRChWNi1Y9vrF5gYt_2jYtCMRhakQU5mZzqSlqfp_qbtuNcxIV7XGAGiHQOnRja8Oei4mg42E_v4IKCHvgQZ5SJFPi2gmchba-avGF3PVxeF4Irxrmov19PPfwzp2mu5pE83UyepTWkYKaU6nbRuqjAQDQ_zkbNk" TargetMode="Externa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5.xml"/><Relationship Id="rId4" Type="http://schemas.openxmlformats.org/officeDocument/2006/relationships/image" Target="../media/image2.sv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6.xml"/><Relationship Id="rId1" Type="http://schemas.openxmlformats.org/officeDocument/2006/relationships/slideLayout" Target="../slideLayouts/slideLayout2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3.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5.xml"/><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26.xml"/><Relationship Id="rId1" Type="http://schemas.openxmlformats.org/officeDocument/2006/relationships/slideLayout" Target="../slideLayouts/slideLayout2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21.xml"/><Relationship Id="rId5" Type="http://schemas.openxmlformats.org/officeDocument/2006/relationships/image" Target="../media/image16.png"/><Relationship Id="rId4" Type="http://schemas.openxmlformats.org/officeDocument/2006/relationships/image" Target="../media/image2.sv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6.xml"/></Relationships>
</file>

<file path=ppt/slides/_rels/slide3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2.xml"/><Relationship Id="rId1" Type="http://schemas.openxmlformats.org/officeDocument/2006/relationships/slideLayout" Target="../slideLayouts/slideLayout17.xml"/></Relationships>
</file>

<file path=ppt/slides/_rels/slide3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3.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635EC-2DE5-AF96-F6E8-6815A79E9307}"/>
              </a:ext>
            </a:extLst>
          </p:cNvPr>
          <p:cNvSpPr>
            <a:spLocks noGrp="1"/>
          </p:cNvSpPr>
          <p:nvPr>
            <p:ph type="ctrTitle"/>
          </p:nvPr>
        </p:nvSpPr>
        <p:spPr/>
        <p:txBody>
          <a:bodyPr/>
          <a:lstStyle/>
          <a:p>
            <a:r>
              <a:rPr lang="en-US" dirty="0"/>
              <a:t>Acquisition Due Diligence Project</a:t>
            </a:r>
          </a:p>
        </p:txBody>
      </p:sp>
      <p:sp>
        <p:nvSpPr>
          <p:cNvPr id="4" name="Subtitle 2">
            <a:extLst>
              <a:ext uri="{FF2B5EF4-FFF2-40B4-BE49-F238E27FC236}">
                <a16:creationId xmlns:a16="http://schemas.microsoft.com/office/drawing/2014/main" id="{16B19866-0DF4-E6AB-C663-8C3D0AD84BF4}"/>
              </a:ext>
            </a:extLst>
          </p:cNvPr>
          <p:cNvSpPr>
            <a:spLocks noGrp="1"/>
          </p:cNvSpPr>
          <p:nvPr>
            <p:ph type="subTitle" idx="1"/>
          </p:nvPr>
        </p:nvSpPr>
        <p:spPr/>
        <p:txBody>
          <a:bodyPr>
            <a:normAutofit lnSpcReduction="10000"/>
          </a:bodyPr>
          <a:lstStyle/>
          <a:p>
            <a:endParaRPr lang="en-US" dirty="0"/>
          </a:p>
          <a:p>
            <a:endParaRPr lang="en-US" dirty="0"/>
          </a:p>
          <a:p>
            <a:endParaRPr lang="en-US" dirty="0"/>
          </a:p>
          <a:p>
            <a:r>
              <a:rPr lang="en-US" dirty="0"/>
              <a:t>Leland Murrin</a:t>
            </a:r>
          </a:p>
        </p:txBody>
      </p:sp>
    </p:spTree>
    <p:extLst>
      <p:ext uri="{BB962C8B-B14F-4D97-AF65-F5344CB8AC3E}">
        <p14:creationId xmlns:p14="http://schemas.microsoft.com/office/powerpoint/2010/main" val="3170738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2605581-BE17-04FD-4B10-38E863B029DE}"/>
              </a:ext>
            </a:extLst>
          </p:cNvPr>
          <p:cNvSpPr>
            <a:spLocks noGrp="1"/>
          </p:cNvSpPr>
          <p:nvPr>
            <p:ph type="title"/>
          </p:nvPr>
        </p:nvSpPr>
        <p:spPr>
          <a:xfrm>
            <a:off x="838200" y="161080"/>
            <a:ext cx="10515600" cy="618172"/>
          </a:xfrm>
        </p:spPr>
        <p:txBody>
          <a:bodyPr/>
          <a:lstStyle/>
          <a:p>
            <a:r>
              <a:rPr lang="en-US" dirty="0"/>
              <a:t>Introduction</a:t>
            </a:r>
          </a:p>
        </p:txBody>
      </p:sp>
      <p:sp>
        <p:nvSpPr>
          <p:cNvPr id="5" name="Content Placeholder 4">
            <a:extLst>
              <a:ext uri="{FF2B5EF4-FFF2-40B4-BE49-F238E27FC236}">
                <a16:creationId xmlns:a16="http://schemas.microsoft.com/office/drawing/2014/main" id="{40816A01-8DE6-E3FC-A032-E791E7B924DB}"/>
              </a:ext>
            </a:extLst>
          </p:cNvPr>
          <p:cNvSpPr>
            <a:spLocks noGrp="1"/>
          </p:cNvSpPr>
          <p:nvPr>
            <p:ph idx="1"/>
          </p:nvPr>
        </p:nvSpPr>
        <p:spPr>
          <a:xfrm>
            <a:off x="838199" y="4910203"/>
            <a:ext cx="10515601" cy="1582673"/>
          </a:xfrm>
        </p:spPr>
        <p:txBody>
          <a:bodyPr/>
          <a:lstStyle/>
          <a:p>
            <a:pPr lvl="1"/>
            <a:r>
              <a:rPr lang="en-US" dirty="0"/>
              <a:t>The problem stems from companies handling M&amp;A in addition to their other responsibilities</a:t>
            </a:r>
          </a:p>
          <a:p>
            <a:pPr lvl="2"/>
            <a:r>
              <a:rPr lang="en-US" dirty="0"/>
              <a:t>From Yahoo Finance: ”…lack of dedicated resources and expertise dooms many mid-sized transactions from the start.”</a:t>
            </a:r>
          </a:p>
          <a:p>
            <a:pPr lvl="1"/>
            <a:endParaRPr lang="en-US" dirty="0"/>
          </a:p>
          <a:p>
            <a:pPr lvl="1"/>
            <a:endParaRPr lang="en-US" dirty="0"/>
          </a:p>
          <a:p>
            <a:pPr lvl="1"/>
            <a:r>
              <a:rPr lang="en-US" dirty="0"/>
              <a:t>Accounting firms specialize in helping companies with due diligence work for the merger or acquisition process</a:t>
            </a:r>
          </a:p>
          <a:p>
            <a:pPr lvl="2"/>
            <a:r>
              <a:rPr lang="en-US" dirty="0"/>
              <a:t>From Yahoo Finance: “For mid-sized companies, the solution lies in seeking outside expertise to supplement internal resources.”</a:t>
            </a:r>
          </a:p>
          <a:p>
            <a:pPr lvl="2"/>
            <a:endParaRPr lang="en-US" dirty="0"/>
          </a:p>
          <a:p>
            <a:pPr lvl="1"/>
            <a:r>
              <a:rPr lang="en-US" dirty="0"/>
              <a:t>Sources: </a:t>
            </a:r>
            <a:r>
              <a:rPr lang="en-US" dirty="0">
                <a:hlinkClick r:id="rId3"/>
              </a:rPr>
              <a:t>IMAA</a:t>
            </a:r>
            <a:r>
              <a:rPr lang="en-US" dirty="0"/>
              <a:t>, </a:t>
            </a:r>
            <a:r>
              <a:rPr lang="en-US" dirty="0">
                <a:hlinkClick r:id="rId4"/>
              </a:rPr>
              <a:t>Yahoo Finance</a:t>
            </a:r>
            <a:endParaRPr lang="en-US" dirty="0"/>
          </a:p>
        </p:txBody>
      </p:sp>
      <p:sp>
        <p:nvSpPr>
          <p:cNvPr id="6" name="Text Placeholder 5">
            <a:extLst>
              <a:ext uri="{FF2B5EF4-FFF2-40B4-BE49-F238E27FC236}">
                <a16:creationId xmlns:a16="http://schemas.microsoft.com/office/drawing/2014/main" id="{14466D91-DC52-8930-49D9-1AD5F030BF5A}"/>
              </a:ext>
            </a:extLst>
          </p:cNvPr>
          <p:cNvSpPr>
            <a:spLocks noGrp="1"/>
          </p:cNvSpPr>
          <p:nvPr>
            <p:ph type="body" sz="quarter" idx="13"/>
          </p:nvPr>
        </p:nvSpPr>
        <p:spPr>
          <a:xfrm>
            <a:off x="838200" y="779252"/>
            <a:ext cx="10515600" cy="467232"/>
          </a:xfrm>
        </p:spPr>
        <p:txBody>
          <a:bodyPr/>
          <a:lstStyle/>
          <a:p>
            <a:r>
              <a:rPr lang="en-US" dirty="0"/>
              <a:t>Mergers &amp; Acquisitions</a:t>
            </a:r>
          </a:p>
        </p:txBody>
      </p:sp>
      <p:sp>
        <p:nvSpPr>
          <p:cNvPr id="2" name="Content Placeholder 1">
            <a:extLst>
              <a:ext uri="{FF2B5EF4-FFF2-40B4-BE49-F238E27FC236}">
                <a16:creationId xmlns:a16="http://schemas.microsoft.com/office/drawing/2014/main" id="{D9072444-7C67-1FC4-B8EB-7B9528820CAA}"/>
              </a:ext>
            </a:extLst>
          </p:cNvPr>
          <p:cNvSpPr>
            <a:spLocks noGrp="1"/>
          </p:cNvSpPr>
          <p:nvPr>
            <p:ph sz="quarter" idx="16"/>
          </p:nvPr>
        </p:nvSpPr>
        <p:spPr>
          <a:xfrm>
            <a:off x="838199" y="1835380"/>
            <a:ext cx="10515601" cy="2853437"/>
          </a:xfrm>
        </p:spPr>
        <p:txBody>
          <a:bodyPr/>
          <a:lstStyle/>
          <a:p>
            <a:pPr lvl="0"/>
            <a:r>
              <a:rPr lang="en-US" dirty="0"/>
              <a:t>Mergers and Acquisitions (M&amp;A) from 2020 to 2023</a:t>
            </a:r>
          </a:p>
          <a:p>
            <a:pPr lvl="1"/>
            <a:r>
              <a:rPr lang="en-US" dirty="0"/>
              <a:t>80,000 closed</a:t>
            </a:r>
          </a:p>
          <a:p>
            <a:pPr lvl="1"/>
            <a:r>
              <a:rPr lang="en-US" dirty="0"/>
              <a:t>$8.8 trillion</a:t>
            </a:r>
          </a:p>
          <a:p>
            <a:pPr lvl="1"/>
            <a:endParaRPr lang="en-US" dirty="0"/>
          </a:p>
          <a:p>
            <a:pPr lvl="0"/>
            <a:r>
              <a:rPr lang="en-US" dirty="0"/>
              <a:t>Successful Transactions</a:t>
            </a:r>
          </a:p>
          <a:p>
            <a:pPr lvl="1"/>
            <a:r>
              <a:rPr lang="en-US" dirty="0"/>
              <a:t>Only 10-50% reached expected value</a:t>
            </a:r>
          </a:p>
        </p:txBody>
      </p:sp>
    </p:spTree>
    <p:extLst>
      <p:ext uri="{BB962C8B-B14F-4D97-AF65-F5344CB8AC3E}">
        <p14:creationId xmlns:p14="http://schemas.microsoft.com/office/powerpoint/2010/main" val="13533431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Content Placeholder 8">
            <a:extLst>
              <a:ext uri="{FF2B5EF4-FFF2-40B4-BE49-F238E27FC236}">
                <a16:creationId xmlns:a16="http://schemas.microsoft.com/office/drawing/2014/main" id="{FE855054-08A7-13F9-14AC-A752125FA8C0}"/>
              </a:ext>
            </a:extLst>
          </p:cNvPr>
          <p:cNvGraphicFramePr>
            <a:graphicFrameLocks noGrp="1"/>
          </p:cNvGraphicFramePr>
          <p:nvPr>
            <p:ph sz="quarter" idx="20"/>
            <p:extLst>
              <p:ext uri="{D42A27DB-BD31-4B8C-83A1-F6EECF244321}">
                <p14:modId xmlns:p14="http://schemas.microsoft.com/office/powerpoint/2010/main" val="3766347502"/>
              </p:ext>
            </p:extLst>
          </p:nvPr>
        </p:nvGraphicFramePr>
        <p:xfrm>
          <a:off x="838200" y="1516063"/>
          <a:ext cx="10515600" cy="46974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itle 3">
            <a:extLst>
              <a:ext uri="{FF2B5EF4-FFF2-40B4-BE49-F238E27FC236}">
                <a16:creationId xmlns:a16="http://schemas.microsoft.com/office/drawing/2014/main" id="{9863066C-8AEF-BCA1-87CB-A18ABDA6E50B}"/>
              </a:ext>
            </a:extLst>
          </p:cNvPr>
          <p:cNvSpPr>
            <a:spLocks noGrp="1"/>
          </p:cNvSpPr>
          <p:nvPr>
            <p:ph type="title"/>
          </p:nvPr>
        </p:nvSpPr>
        <p:spPr>
          <a:xfrm>
            <a:off x="838200" y="161080"/>
            <a:ext cx="10515600" cy="618172"/>
          </a:xfrm>
        </p:spPr>
        <p:txBody>
          <a:bodyPr/>
          <a:lstStyle/>
          <a:p>
            <a:r>
              <a:rPr lang="en-US" dirty="0"/>
              <a:t>Introduction</a:t>
            </a:r>
          </a:p>
        </p:txBody>
      </p:sp>
      <p:sp>
        <p:nvSpPr>
          <p:cNvPr id="5" name="Text Placeholder 4">
            <a:extLst>
              <a:ext uri="{FF2B5EF4-FFF2-40B4-BE49-F238E27FC236}">
                <a16:creationId xmlns:a16="http://schemas.microsoft.com/office/drawing/2014/main" id="{A5892AA1-FDBB-7D50-3AB4-E6B0717A25E5}"/>
              </a:ext>
            </a:extLst>
          </p:cNvPr>
          <p:cNvSpPr>
            <a:spLocks noGrp="1"/>
          </p:cNvSpPr>
          <p:nvPr>
            <p:ph type="body" sz="quarter" idx="17"/>
          </p:nvPr>
        </p:nvSpPr>
        <p:spPr>
          <a:xfrm>
            <a:off x="838200" y="779252"/>
            <a:ext cx="10515600" cy="467232"/>
          </a:xfrm>
        </p:spPr>
        <p:txBody>
          <a:bodyPr/>
          <a:lstStyle/>
          <a:p>
            <a:r>
              <a:rPr lang="en-US" dirty="0"/>
              <a:t>Stakeholders &amp; Acquisition Process</a:t>
            </a:r>
          </a:p>
        </p:txBody>
      </p:sp>
      <p:sp>
        <p:nvSpPr>
          <p:cNvPr id="6" name="Content Placeholder 5">
            <a:extLst>
              <a:ext uri="{FF2B5EF4-FFF2-40B4-BE49-F238E27FC236}">
                <a16:creationId xmlns:a16="http://schemas.microsoft.com/office/drawing/2014/main" id="{45F4E501-B040-E0BF-D92E-4946113C3995}"/>
              </a:ext>
            </a:extLst>
          </p:cNvPr>
          <p:cNvSpPr>
            <a:spLocks noGrp="1"/>
          </p:cNvSpPr>
          <p:nvPr>
            <p:ph sz="quarter" idx="18"/>
          </p:nvPr>
        </p:nvSpPr>
        <p:spPr>
          <a:xfrm>
            <a:off x="838200" y="1515649"/>
            <a:ext cx="4122738" cy="4697826"/>
          </a:xfrm>
        </p:spPr>
        <p:txBody>
          <a:bodyPr>
            <a:normAutofit/>
          </a:bodyPr>
          <a:lstStyle/>
          <a:p>
            <a:endParaRPr lang="en-US" dirty="0"/>
          </a:p>
          <a:p>
            <a:endParaRPr lang="en-US" dirty="0"/>
          </a:p>
          <a:p>
            <a:r>
              <a:rPr lang="en-US" dirty="0"/>
              <a:t>Private Equity Firm:</a:t>
            </a:r>
          </a:p>
          <a:p>
            <a:pPr lvl="1"/>
            <a:r>
              <a:rPr lang="en-US" dirty="0"/>
              <a:t>Main goal is to make informed</a:t>
            </a:r>
            <a:br>
              <a:rPr lang="en-US" dirty="0"/>
            </a:br>
            <a:r>
              <a:rPr lang="en-US" dirty="0"/>
              <a:t>decisions on what companies (target firms)</a:t>
            </a:r>
            <a:br>
              <a:rPr lang="en-US" dirty="0"/>
            </a:br>
            <a:r>
              <a:rPr lang="en-US" dirty="0"/>
              <a:t>to invest in or to acquire</a:t>
            </a:r>
          </a:p>
          <a:p>
            <a:endParaRPr lang="en-US" dirty="0"/>
          </a:p>
          <a:p>
            <a:r>
              <a:rPr lang="en-US" dirty="0"/>
              <a:t>The Accounting Firm:</a:t>
            </a:r>
          </a:p>
          <a:p>
            <a:pPr lvl="1"/>
            <a:r>
              <a:rPr lang="en-US" dirty="0"/>
              <a:t>Goal is to perform due diligence</a:t>
            </a:r>
            <a:br>
              <a:rPr lang="en-US" dirty="0"/>
            </a:br>
            <a:r>
              <a:rPr lang="en-US" dirty="0"/>
              <a:t>analysis efficiently no matter the</a:t>
            </a:r>
            <a:br>
              <a:rPr lang="en-US" dirty="0"/>
            </a:br>
            <a:r>
              <a:rPr lang="en-US" dirty="0"/>
              <a:t>size of the company</a:t>
            </a:r>
          </a:p>
          <a:p>
            <a:endParaRPr lang="en-US" dirty="0"/>
          </a:p>
          <a:p>
            <a:r>
              <a:rPr lang="en-US" dirty="0"/>
              <a:t>The Target Firm:</a:t>
            </a:r>
          </a:p>
          <a:p>
            <a:pPr lvl="1"/>
            <a:r>
              <a:rPr lang="en-US" dirty="0"/>
              <a:t>Goal is to provide a thorough</a:t>
            </a:r>
            <a:br>
              <a:rPr lang="en-US" dirty="0"/>
            </a:br>
            <a:r>
              <a:rPr lang="en-US" dirty="0"/>
              <a:t>accounting of its business practices</a:t>
            </a:r>
            <a:br>
              <a:rPr lang="en-US" dirty="0"/>
            </a:br>
            <a:r>
              <a:rPr lang="en-US" dirty="0"/>
              <a:t>and revenue sources</a:t>
            </a:r>
          </a:p>
          <a:p>
            <a:endParaRPr lang="en-US" dirty="0"/>
          </a:p>
          <a:p>
            <a:endParaRPr lang="en-US" dirty="0"/>
          </a:p>
        </p:txBody>
      </p:sp>
      <p:sp>
        <p:nvSpPr>
          <p:cNvPr id="7" name="Content Placeholder 6">
            <a:extLst>
              <a:ext uri="{FF2B5EF4-FFF2-40B4-BE49-F238E27FC236}">
                <a16:creationId xmlns:a16="http://schemas.microsoft.com/office/drawing/2014/main" id="{CC76ADA9-E8F1-E420-ACC4-9A8EE3301D7B}"/>
              </a:ext>
            </a:extLst>
          </p:cNvPr>
          <p:cNvSpPr>
            <a:spLocks noGrp="1"/>
          </p:cNvSpPr>
          <p:nvPr>
            <p:ph sz="quarter" idx="19"/>
          </p:nvPr>
        </p:nvSpPr>
        <p:spPr>
          <a:xfrm>
            <a:off x="7231064" y="1515649"/>
            <a:ext cx="4122738" cy="4697826"/>
          </a:xfrm>
        </p:spPr>
        <p:txBody>
          <a:bodyPr>
            <a:normAutofit/>
          </a:bodyPr>
          <a:lstStyle/>
          <a:p>
            <a:r>
              <a:rPr lang="en-US" dirty="0"/>
              <a:t>Private Equity Firm:</a:t>
            </a:r>
          </a:p>
          <a:p>
            <a:pPr lvl="1"/>
            <a:r>
              <a:rPr lang="en-US" dirty="0"/>
              <a:t>Hire accounting firms to help advise</a:t>
            </a:r>
            <a:br>
              <a:rPr lang="en-US" dirty="0"/>
            </a:br>
            <a:r>
              <a:rPr lang="en-US" dirty="0"/>
              <a:t>during key steps in the acquisition</a:t>
            </a:r>
            <a:br>
              <a:rPr lang="en-US" dirty="0"/>
            </a:br>
            <a:r>
              <a:rPr lang="en-US" dirty="0"/>
              <a:t>process</a:t>
            </a:r>
          </a:p>
          <a:p>
            <a:endParaRPr lang="en-US" dirty="0"/>
          </a:p>
          <a:p>
            <a:r>
              <a:rPr lang="en-US" dirty="0"/>
              <a:t> The Accounting Firm:</a:t>
            </a:r>
          </a:p>
          <a:p>
            <a:pPr lvl="1"/>
            <a:r>
              <a:rPr lang="en-US" dirty="0"/>
              <a:t>Role is to audit the target firm’s </a:t>
            </a:r>
            <a:br>
              <a:rPr lang="en-US" dirty="0"/>
            </a:br>
            <a:r>
              <a:rPr lang="en-US" dirty="0"/>
              <a:t>revenue to measure its viability as an</a:t>
            </a:r>
            <a:br>
              <a:rPr lang="en-US" dirty="0"/>
            </a:br>
            <a:r>
              <a:rPr lang="en-US" dirty="0"/>
              <a:t>acquisition candidate</a:t>
            </a:r>
          </a:p>
          <a:p>
            <a:endParaRPr lang="en-US" dirty="0"/>
          </a:p>
          <a:p>
            <a:r>
              <a:rPr lang="en-US" dirty="0"/>
              <a:t>The Target Firm:</a:t>
            </a:r>
          </a:p>
          <a:p>
            <a:pPr lvl="1"/>
            <a:r>
              <a:rPr lang="en-US" dirty="0"/>
              <a:t>Hopes to increase its market share and </a:t>
            </a:r>
            <a:br>
              <a:rPr lang="en-US" dirty="0"/>
            </a:br>
            <a:r>
              <a:rPr lang="en-US" dirty="0"/>
              <a:t>diversify its services</a:t>
            </a:r>
          </a:p>
        </p:txBody>
      </p:sp>
      <p:sp>
        <p:nvSpPr>
          <p:cNvPr id="27" name="Content Placeholder 26">
            <a:extLst>
              <a:ext uri="{FF2B5EF4-FFF2-40B4-BE49-F238E27FC236}">
                <a16:creationId xmlns:a16="http://schemas.microsoft.com/office/drawing/2014/main" id="{F3BF7989-11CB-47C9-BF0B-29F75C5EADFB}"/>
              </a:ext>
            </a:extLst>
          </p:cNvPr>
          <p:cNvSpPr>
            <a:spLocks noGrp="1"/>
          </p:cNvSpPr>
          <p:nvPr>
            <p:ph sz="quarter" idx="21"/>
          </p:nvPr>
        </p:nvSpPr>
        <p:spPr>
          <a:xfrm>
            <a:off x="838200" y="6213475"/>
            <a:ext cx="10515600" cy="525463"/>
          </a:xfrm>
        </p:spPr>
        <p:txBody>
          <a:bodyPr/>
          <a:lstStyle/>
          <a:p>
            <a:r>
              <a:rPr lang="en-US" dirty="0"/>
              <a:t>Accounting Firms and Private Equity Firms are looking for new ways to automate the due diligence process, thereby guaranteeing a more successful result and achieving the expected value</a:t>
            </a:r>
          </a:p>
        </p:txBody>
      </p:sp>
    </p:spTree>
    <p:extLst>
      <p:ext uri="{BB962C8B-B14F-4D97-AF65-F5344CB8AC3E}">
        <p14:creationId xmlns:p14="http://schemas.microsoft.com/office/powerpoint/2010/main" val="10736480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B7E56B-E59B-445D-6C91-86837937AE66}"/>
              </a:ext>
            </a:extLst>
          </p:cNvPr>
          <p:cNvSpPr>
            <a:spLocks noGrp="1"/>
          </p:cNvSpPr>
          <p:nvPr>
            <p:ph type="title"/>
          </p:nvPr>
        </p:nvSpPr>
        <p:spPr>
          <a:xfrm>
            <a:off x="838200" y="161080"/>
            <a:ext cx="10515600" cy="618172"/>
          </a:xfrm>
        </p:spPr>
        <p:txBody>
          <a:bodyPr/>
          <a:lstStyle/>
          <a:p>
            <a:r>
              <a:rPr lang="en-US" dirty="0"/>
              <a:t>Background</a:t>
            </a:r>
          </a:p>
        </p:txBody>
      </p:sp>
      <p:sp>
        <p:nvSpPr>
          <p:cNvPr id="3" name="Content Placeholder 2">
            <a:extLst>
              <a:ext uri="{FF2B5EF4-FFF2-40B4-BE49-F238E27FC236}">
                <a16:creationId xmlns:a16="http://schemas.microsoft.com/office/drawing/2014/main" id="{13B28054-BEA4-4F37-A51F-D24B30EB32E6}"/>
              </a:ext>
            </a:extLst>
          </p:cNvPr>
          <p:cNvSpPr>
            <a:spLocks noGrp="1"/>
          </p:cNvSpPr>
          <p:nvPr>
            <p:ph idx="1"/>
          </p:nvPr>
        </p:nvSpPr>
        <p:spPr>
          <a:xfrm>
            <a:off x="838199" y="1600201"/>
            <a:ext cx="10515601" cy="4800599"/>
          </a:xfrm>
        </p:spPr>
        <p:txBody>
          <a:bodyPr>
            <a:noAutofit/>
          </a:bodyPr>
          <a:lstStyle/>
          <a:p>
            <a:r>
              <a:rPr lang="en-US" dirty="0"/>
              <a:t>Who we are:</a:t>
            </a:r>
          </a:p>
          <a:p>
            <a:pPr lvl="1"/>
            <a:r>
              <a:rPr lang="en-US" dirty="0"/>
              <a:t>Accounting Firm Consultants specializing in performing due diligence on more mid to small-size target firms that incur the same overhead as large firms</a:t>
            </a:r>
          </a:p>
          <a:p>
            <a:pPr lvl="1"/>
            <a:endParaRPr lang="en-US" dirty="0"/>
          </a:p>
          <a:p>
            <a:r>
              <a:rPr lang="en-US" dirty="0"/>
              <a:t>Target Audience: </a:t>
            </a:r>
          </a:p>
          <a:p>
            <a:pPr lvl="1"/>
            <a:r>
              <a:rPr lang="en-US" dirty="0"/>
              <a:t>Private Equity Firm (or other Acquisition Firm) conducting due diligence on prospective acquisitions</a:t>
            </a:r>
          </a:p>
          <a:p>
            <a:pPr lvl="1"/>
            <a:endParaRPr lang="en-US" dirty="0"/>
          </a:p>
          <a:p>
            <a:r>
              <a:rPr lang="en-US" dirty="0"/>
              <a:t>Private Equity Firm Concerns:</a:t>
            </a:r>
          </a:p>
          <a:p>
            <a:pPr lvl="1"/>
            <a:r>
              <a:rPr lang="en-US" dirty="0"/>
              <a:t>Is the target company’s revenue stream volatile (i.e., are there extreme swings in revenue from period to period)?</a:t>
            </a:r>
          </a:p>
          <a:p>
            <a:pPr lvl="1"/>
            <a:r>
              <a:rPr lang="en-US" dirty="0"/>
              <a:t>Is there any component of the revenue stream that seems inconsistent or sporadic (i.e., are there random transactions that make up a large percentage of the revenue stream)?</a:t>
            </a:r>
          </a:p>
          <a:p>
            <a:pPr lvl="1"/>
            <a:r>
              <a:rPr lang="en-US" dirty="0"/>
              <a:t>Is the target company experiencing reliable growth (i.e., is this company a good long-term investment)?</a:t>
            </a:r>
          </a:p>
        </p:txBody>
      </p:sp>
      <p:sp>
        <p:nvSpPr>
          <p:cNvPr id="4" name="Text Placeholder 3">
            <a:extLst>
              <a:ext uri="{FF2B5EF4-FFF2-40B4-BE49-F238E27FC236}">
                <a16:creationId xmlns:a16="http://schemas.microsoft.com/office/drawing/2014/main" id="{677154E6-2A37-069D-156E-2E7176DAB63B}"/>
              </a:ext>
            </a:extLst>
          </p:cNvPr>
          <p:cNvSpPr>
            <a:spLocks noGrp="1"/>
          </p:cNvSpPr>
          <p:nvPr>
            <p:ph type="body" sz="quarter" idx="13"/>
          </p:nvPr>
        </p:nvSpPr>
        <p:spPr>
          <a:xfrm>
            <a:off x="838200" y="779252"/>
            <a:ext cx="10515600" cy="467232"/>
          </a:xfrm>
        </p:spPr>
        <p:txBody>
          <a:bodyPr/>
          <a:lstStyle/>
          <a:p>
            <a:r>
              <a:rPr lang="en-US" dirty="0"/>
              <a:t>Scenario</a:t>
            </a:r>
          </a:p>
        </p:txBody>
      </p:sp>
    </p:spTree>
    <p:extLst>
      <p:ext uri="{BB962C8B-B14F-4D97-AF65-F5344CB8AC3E}">
        <p14:creationId xmlns:p14="http://schemas.microsoft.com/office/powerpoint/2010/main" val="505467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43F8C352-806F-2070-79F8-6B627A5C3AE7}"/>
              </a:ext>
            </a:extLst>
          </p:cNvPr>
          <p:cNvSpPr>
            <a:spLocks noGrp="1"/>
          </p:cNvSpPr>
          <p:nvPr>
            <p:ph sz="quarter" idx="17"/>
          </p:nvPr>
        </p:nvSpPr>
        <p:spPr>
          <a:xfrm>
            <a:off x="838199" y="1600200"/>
            <a:ext cx="5257801" cy="3807273"/>
          </a:xfrm>
        </p:spPr>
        <p:txBody>
          <a:bodyPr>
            <a:normAutofit/>
          </a:bodyPr>
          <a:lstStyle/>
          <a:p>
            <a:r>
              <a:rPr lang="en-US" dirty="0"/>
              <a:t>Target Firm:</a:t>
            </a:r>
          </a:p>
          <a:p>
            <a:pPr lvl="1"/>
            <a:r>
              <a:rPr lang="en-US" dirty="0"/>
              <a:t>A mid-sized manufacturing company with older accounting software and practices</a:t>
            </a:r>
          </a:p>
          <a:p>
            <a:pPr lvl="1"/>
            <a:endParaRPr lang="en-US" dirty="0"/>
          </a:p>
          <a:p>
            <a:pPr lvl="1"/>
            <a:r>
              <a:rPr lang="en-US" dirty="0"/>
              <a:t>Responsible for delivering the General Ledger data, which consists of itemized transaction items by date and time</a:t>
            </a:r>
          </a:p>
          <a:p>
            <a:pPr lvl="1"/>
            <a:endParaRPr lang="en-US" dirty="0"/>
          </a:p>
          <a:p>
            <a:pPr lvl="1"/>
            <a:r>
              <a:rPr lang="en-US" dirty="0"/>
              <a:t>Supplies trial balance data as a summary of account performance</a:t>
            </a:r>
          </a:p>
          <a:p>
            <a:endParaRPr lang="en-US" dirty="0"/>
          </a:p>
        </p:txBody>
      </p:sp>
      <p:sp>
        <p:nvSpPr>
          <p:cNvPr id="8" name="Content Placeholder 7">
            <a:extLst>
              <a:ext uri="{FF2B5EF4-FFF2-40B4-BE49-F238E27FC236}">
                <a16:creationId xmlns:a16="http://schemas.microsoft.com/office/drawing/2014/main" id="{798AB58A-88FA-E402-23AD-366CCAE0BCE9}"/>
              </a:ext>
            </a:extLst>
          </p:cNvPr>
          <p:cNvSpPr>
            <a:spLocks noGrp="1"/>
          </p:cNvSpPr>
          <p:nvPr>
            <p:ph sz="quarter" idx="18"/>
          </p:nvPr>
        </p:nvSpPr>
        <p:spPr>
          <a:xfrm>
            <a:off x="6096000" y="1600199"/>
            <a:ext cx="5257801" cy="3807273"/>
          </a:xfrm>
        </p:spPr>
        <p:txBody>
          <a:bodyPr>
            <a:normAutofit/>
          </a:bodyPr>
          <a:lstStyle/>
          <a:p>
            <a:r>
              <a:rPr lang="en-US" dirty="0"/>
              <a:t>Accounting Firm:</a:t>
            </a:r>
          </a:p>
          <a:p>
            <a:pPr lvl="1"/>
            <a:r>
              <a:rPr lang="en-US" dirty="0"/>
              <a:t>Compiles due diligence workbook, which includes metric visualizations for decision-making </a:t>
            </a:r>
            <a:br>
              <a:rPr lang="en-US" dirty="0"/>
            </a:br>
            <a:r>
              <a:rPr lang="en-US" dirty="0"/>
              <a:t>(See Appendix A)</a:t>
            </a:r>
          </a:p>
          <a:p>
            <a:pPr lvl="1"/>
            <a:endParaRPr lang="en-US" dirty="0"/>
          </a:p>
          <a:p>
            <a:pPr lvl="1"/>
            <a:r>
              <a:rPr lang="en-US" dirty="0"/>
              <a:t>Anonymizes data before analysis to safeguard privacy</a:t>
            </a:r>
          </a:p>
          <a:p>
            <a:pPr lvl="1"/>
            <a:endParaRPr lang="en-US" dirty="0"/>
          </a:p>
          <a:p>
            <a:pPr lvl="1"/>
            <a:r>
              <a:rPr lang="en-US" dirty="0"/>
              <a:t>Assumes partial visibility into the target firm’s accounting procedures and process, including transaction categories and labels</a:t>
            </a:r>
          </a:p>
          <a:p>
            <a:endParaRPr lang="en-US" dirty="0"/>
          </a:p>
        </p:txBody>
      </p:sp>
      <p:sp>
        <p:nvSpPr>
          <p:cNvPr id="2" name="Title 1">
            <a:extLst>
              <a:ext uri="{FF2B5EF4-FFF2-40B4-BE49-F238E27FC236}">
                <a16:creationId xmlns:a16="http://schemas.microsoft.com/office/drawing/2014/main" id="{DCEC0952-FA23-18AC-2CF3-EED688B1A080}"/>
              </a:ext>
            </a:extLst>
          </p:cNvPr>
          <p:cNvSpPr>
            <a:spLocks noGrp="1"/>
          </p:cNvSpPr>
          <p:nvPr>
            <p:ph type="title"/>
          </p:nvPr>
        </p:nvSpPr>
        <p:spPr>
          <a:xfrm>
            <a:off x="838200" y="161080"/>
            <a:ext cx="10515600" cy="618172"/>
          </a:xfrm>
        </p:spPr>
        <p:txBody>
          <a:bodyPr/>
          <a:lstStyle/>
          <a:p>
            <a:r>
              <a:rPr lang="en-US" dirty="0"/>
              <a:t>Background</a:t>
            </a:r>
          </a:p>
        </p:txBody>
      </p:sp>
      <p:sp>
        <p:nvSpPr>
          <p:cNvPr id="6" name="Text Placeholder 5">
            <a:extLst>
              <a:ext uri="{FF2B5EF4-FFF2-40B4-BE49-F238E27FC236}">
                <a16:creationId xmlns:a16="http://schemas.microsoft.com/office/drawing/2014/main" id="{D36EAAEB-97B2-298D-32A3-CF72D81EB312}"/>
              </a:ext>
            </a:extLst>
          </p:cNvPr>
          <p:cNvSpPr>
            <a:spLocks noGrp="1"/>
          </p:cNvSpPr>
          <p:nvPr>
            <p:ph type="body" sz="quarter" idx="13"/>
          </p:nvPr>
        </p:nvSpPr>
        <p:spPr>
          <a:xfrm>
            <a:off x="838200" y="779252"/>
            <a:ext cx="10515600" cy="467232"/>
          </a:xfrm>
        </p:spPr>
        <p:txBody>
          <a:bodyPr/>
          <a:lstStyle/>
          <a:p>
            <a:r>
              <a:rPr lang="en-US" dirty="0"/>
              <a:t>Bookkeeping &amp; Data</a:t>
            </a:r>
          </a:p>
        </p:txBody>
      </p:sp>
    </p:spTree>
    <p:extLst>
      <p:ext uri="{BB962C8B-B14F-4D97-AF65-F5344CB8AC3E}">
        <p14:creationId xmlns:p14="http://schemas.microsoft.com/office/powerpoint/2010/main" val="36606585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C127E-F119-2993-AE6A-7C1DFFD2E5A8}"/>
              </a:ext>
            </a:extLst>
          </p:cNvPr>
          <p:cNvSpPr>
            <a:spLocks noGrp="1"/>
          </p:cNvSpPr>
          <p:nvPr>
            <p:ph type="title"/>
          </p:nvPr>
        </p:nvSpPr>
        <p:spPr>
          <a:xfrm>
            <a:off x="838200" y="161080"/>
            <a:ext cx="10515600" cy="618172"/>
          </a:xfrm>
        </p:spPr>
        <p:txBody>
          <a:bodyPr/>
          <a:lstStyle/>
          <a:p>
            <a:r>
              <a:rPr lang="en-US" dirty="0"/>
              <a:t>Data Processing</a:t>
            </a:r>
          </a:p>
        </p:txBody>
      </p:sp>
      <p:sp>
        <p:nvSpPr>
          <p:cNvPr id="3" name="Text Placeholder 2">
            <a:extLst>
              <a:ext uri="{FF2B5EF4-FFF2-40B4-BE49-F238E27FC236}">
                <a16:creationId xmlns:a16="http://schemas.microsoft.com/office/drawing/2014/main" id="{2172DAE7-B1EC-EA34-7F10-D00EC1BEC6AC}"/>
              </a:ext>
            </a:extLst>
          </p:cNvPr>
          <p:cNvSpPr>
            <a:spLocks noGrp="1"/>
          </p:cNvSpPr>
          <p:nvPr>
            <p:ph type="body" sz="quarter" idx="17"/>
          </p:nvPr>
        </p:nvSpPr>
        <p:spPr>
          <a:xfrm>
            <a:off x="838200" y="779252"/>
            <a:ext cx="10515600" cy="467232"/>
          </a:xfrm>
        </p:spPr>
        <p:txBody>
          <a:bodyPr/>
          <a:lstStyle/>
          <a:p>
            <a:r>
              <a:rPr lang="en-US" dirty="0"/>
              <a:t>Raw Data</a:t>
            </a:r>
          </a:p>
        </p:txBody>
      </p:sp>
      <p:graphicFrame>
        <p:nvGraphicFramePr>
          <p:cNvPr id="23" name="Content Placeholder 22">
            <a:extLst>
              <a:ext uri="{FF2B5EF4-FFF2-40B4-BE49-F238E27FC236}">
                <a16:creationId xmlns:a16="http://schemas.microsoft.com/office/drawing/2014/main" id="{7B7B01A0-1CC6-775F-02D9-667BF56C7AD4}"/>
              </a:ext>
            </a:extLst>
          </p:cNvPr>
          <p:cNvGraphicFramePr>
            <a:graphicFrameLocks noGrp="1"/>
          </p:cNvGraphicFramePr>
          <p:nvPr>
            <p:ph sz="quarter" idx="18"/>
            <p:extLst>
              <p:ext uri="{D42A27DB-BD31-4B8C-83A1-F6EECF244321}">
                <p14:modId xmlns:p14="http://schemas.microsoft.com/office/powerpoint/2010/main" val="1932236503"/>
              </p:ext>
            </p:extLst>
          </p:nvPr>
        </p:nvGraphicFramePr>
        <p:xfrm>
          <a:off x="4495800" y="1433513"/>
          <a:ext cx="6256774" cy="2743200"/>
        </p:xfrm>
        <a:graphic>
          <a:graphicData uri="http://schemas.openxmlformats.org/drawingml/2006/table">
            <a:tbl>
              <a:tblPr firstRow="1" bandRow="1">
                <a:tableStyleId>{5C22544A-7EE6-4342-B048-85BDC9FD1C3A}</a:tableStyleId>
              </a:tblPr>
              <a:tblGrid>
                <a:gridCol w="1281420">
                  <a:extLst>
                    <a:ext uri="{9D8B030D-6E8A-4147-A177-3AD203B41FA5}">
                      <a16:colId xmlns:a16="http://schemas.microsoft.com/office/drawing/2014/main" val="240507700"/>
                    </a:ext>
                  </a:extLst>
                </a:gridCol>
                <a:gridCol w="4975354">
                  <a:extLst>
                    <a:ext uri="{9D8B030D-6E8A-4147-A177-3AD203B41FA5}">
                      <a16:colId xmlns:a16="http://schemas.microsoft.com/office/drawing/2014/main" val="2578895633"/>
                    </a:ext>
                  </a:extLst>
                </a:gridCol>
              </a:tblGrid>
              <a:tr h="323536">
                <a:tc gridSpan="2">
                  <a:txBody>
                    <a:bodyPr/>
                    <a:lstStyle/>
                    <a:p>
                      <a:pPr algn="ctr"/>
                      <a:r>
                        <a:rPr lang="en-US" sz="1800" dirty="0">
                          <a:solidFill>
                            <a:srgbClr val="000000"/>
                          </a:solidFill>
                        </a:rPr>
                        <a:t>Data Cleaning</a:t>
                      </a:r>
                    </a:p>
                  </a:txBody>
                  <a:tcPr>
                    <a:lnL w="12700" cmpd="sng">
                      <a:solidFill>
                        <a:srgbClr val="FFFFFF"/>
                      </a:solidFill>
                    </a:lnL>
                    <a:lnR w="38100" cmpd="sng">
                      <a:solidFill>
                        <a:srgbClr val="FFFFFF"/>
                      </a:solidFill>
                    </a:lnR>
                    <a:lnT w="12700" cmpd="sng">
                      <a:solidFill>
                        <a:srgbClr val="FFFFFF"/>
                      </a:solidFill>
                    </a:lnT>
                    <a:lnB w="12700" cmpd="sng">
                      <a:solidFill>
                        <a:srgbClr val="000000"/>
                      </a:solidFill>
                    </a:lnB>
                    <a:solidFill>
                      <a:srgbClr val="70AD47">
                        <a:alpha val="0"/>
                      </a:srgbClr>
                    </a:solidFill>
                  </a:tcPr>
                </a:tc>
                <a:tc hMerge="1">
                  <a:txBody>
                    <a:bodyPr/>
                    <a:lstStyle/>
                    <a:p>
                      <a:endParaRPr lang="en-US" dirty="0"/>
                    </a:p>
                  </a:txBody>
                  <a:tcPr/>
                </a:tc>
                <a:extLst>
                  <a:ext uri="{0D108BD9-81ED-4DB2-BD59-A6C34878D82A}">
                    <a16:rowId xmlns:a16="http://schemas.microsoft.com/office/drawing/2014/main" val="2526729258"/>
                  </a:ext>
                </a:extLst>
              </a:tr>
              <a:tr h="242652">
                <a:tc>
                  <a:txBody>
                    <a:bodyPr/>
                    <a:lstStyle/>
                    <a:p>
                      <a:r>
                        <a:rPr lang="en-US" sz="1200" dirty="0">
                          <a:solidFill>
                            <a:srgbClr val="000000"/>
                          </a:solidFill>
                        </a:rPr>
                        <a:t>Feature</a:t>
                      </a:r>
                    </a:p>
                  </a:txBody>
                  <a:tcPr>
                    <a:lnL w="12700" cmpd="sng">
                      <a:solidFill>
                        <a:srgbClr val="000000"/>
                      </a:solidFill>
                    </a:lnL>
                    <a:lnR w="38100" cmpd="sng">
                      <a:solidFill>
                        <a:srgbClr val="000000"/>
                      </a:solidFill>
                    </a:lnR>
                    <a:lnT w="12700" cmpd="sng">
                      <a:solidFill>
                        <a:srgbClr val="000000"/>
                      </a:solidFill>
                    </a:lnT>
                    <a:lnB w="38100" cmpd="sng">
                      <a:solidFill>
                        <a:srgbClr val="000000"/>
                      </a:solidFill>
                    </a:lnB>
                    <a:solidFill>
                      <a:srgbClr val="70AD47"/>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dirty="0">
                          <a:solidFill>
                            <a:srgbClr val="000000"/>
                          </a:solidFill>
                        </a:rPr>
                        <a:t>Description</a:t>
                      </a:r>
                    </a:p>
                  </a:txBody>
                  <a:tcPr>
                    <a:lnL w="38100" cmpd="sng">
                      <a:solidFill>
                        <a:srgbClr val="000000"/>
                      </a:solidFill>
                    </a:lnL>
                    <a:lnR w="12700" cmpd="sng">
                      <a:solidFill>
                        <a:srgbClr val="000000"/>
                      </a:solidFill>
                    </a:lnR>
                    <a:lnT w="12700" cmpd="sng">
                      <a:solidFill>
                        <a:srgbClr val="000000"/>
                      </a:solidFill>
                    </a:lnT>
                    <a:lnB w="38100" cmpd="sng">
                      <a:solidFill>
                        <a:srgbClr val="000000"/>
                      </a:solidFill>
                    </a:lnB>
                    <a:solidFill>
                      <a:srgbClr val="70AD47"/>
                    </a:solidFill>
                  </a:tcPr>
                </a:tc>
                <a:extLst>
                  <a:ext uri="{0D108BD9-81ED-4DB2-BD59-A6C34878D82A}">
                    <a16:rowId xmlns:a16="http://schemas.microsoft.com/office/drawing/2014/main" val="146497922"/>
                  </a:ext>
                </a:extLst>
              </a:tr>
              <a:tr h="404419">
                <a:tc>
                  <a:txBody>
                    <a:bodyPr/>
                    <a:lstStyle/>
                    <a:p>
                      <a:r>
                        <a:rPr lang="en-US" sz="1200" dirty="0">
                          <a:solidFill>
                            <a:srgbClr val="000000"/>
                          </a:solidFill>
                        </a:rPr>
                        <a:t>Description</a:t>
                      </a:r>
                    </a:p>
                    <a:p>
                      <a:r>
                        <a:rPr lang="en-US" sz="1200" dirty="0">
                          <a:solidFill>
                            <a:srgbClr val="000000"/>
                          </a:solidFill>
                        </a:rPr>
                        <a:t>(Transaction ID)</a:t>
                      </a:r>
                    </a:p>
                  </a:txBody>
                  <a:tcPr>
                    <a:lnL w="12700" cmpd="sng">
                      <a:solidFill>
                        <a:srgbClr val="000000"/>
                      </a:solidFill>
                    </a:lnL>
                    <a:lnR w="38100" cmpd="sng">
                      <a:solidFill>
                        <a:srgbClr val="000000"/>
                      </a:solidFill>
                    </a:lnR>
                    <a:lnT w="38100" cmpd="sng">
                      <a:solidFill>
                        <a:srgbClr val="000000"/>
                      </a:solidFill>
                    </a:lnT>
                    <a:lnB w="12700" cmpd="sng">
                      <a:solidFill>
                        <a:srgbClr val="000000"/>
                      </a:solidFill>
                    </a:lnB>
                    <a:solidFill>
                      <a:srgbClr val="70AD47"/>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dirty="0">
                          <a:solidFill>
                            <a:srgbClr val="000000"/>
                          </a:solidFill>
                        </a:rPr>
                        <a:t>Unique for each initial sale (13,947 unique values)</a:t>
                      </a:r>
                    </a:p>
                  </a:txBody>
                  <a:tcPr>
                    <a:lnL w="38100" cmpd="sng">
                      <a:solidFill>
                        <a:srgbClr val="000000"/>
                      </a:solidFill>
                    </a:lnL>
                    <a:lnR w="12700" cmpd="sng">
                      <a:solidFill>
                        <a:srgbClr val="000000"/>
                      </a:solidFill>
                    </a:lnR>
                    <a:lnT w="38100" cmpd="sng">
                      <a:solidFill>
                        <a:srgbClr val="000000"/>
                      </a:solidFill>
                    </a:lnT>
                    <a:lnB w="12700" cmpd="sng">
                      <a:solidFill>
                        <a:srgbClr val="000000"/>
                      </a:solidFill>
                    </a:lnB>
                    <a:solidFill>
                      <a:srgbClr val="EBF1E9"/>
                    </a:solidFill>
                  </a:tcPr>
                </a:tc>
                <a:extLst>
                  <a:ext uri="{0D108BD9-81ED-4DB2-BD59-A6C34878D82A}">
                    <a16:rowId xmlns:a16="http://schemas.microsoft.com/office/drawing/2014/main" val="2650780467"/>
                  </a:ext>
                </a:extLst>
              </a:tr>
              <a:tr h="242652">
                <a:tc>
                  <a:txBody>
                    <a:bodyPr/>
                    <a:lstStyle/>
                    <a:p>
                      <a:r>
                        <a:rPr lang="en-US" sz="1200" dirty="0">
                          <a:solidFill>
                            <a:srgbClr val="000000"/>
                          </a:solidFill>
                        </a:rPr>
                        <a:t>Organization</a:t>
                      </a:r>
                    </a:p>
                  </a:txBody>
                  <a:tcPr>
                    <a:lnL w="12700" cmpd="sng">
                      <a:solidFill>
                        <a:srgbClr val="000000"/>
                      </a:solidFill>
                    </a:lnL>
                    <a:lnR w="38100" cmpd="sng">
                      <a:solidFill>
                        <a:srgbClr val="000000"/>
                      </a:solidFill>
                    </a:lnR>
                    <a:lnT w="12700" cmpd="sng">
                      <a:solidFill>
                        <a:srgbClr val="000000"/>
                      </a:solidFill>
                    </a:lnT>
                    <a:lnB w="12700" cmpd="sng">
                      <a:solidFill>
                        <a:srgbClr val="000000"/>
                      </a:solidFill>
                    </a:lnB>
                    <a:solidFill>
                      <a:srgbClr val="70AD47"/>
                    </a:solidFill>
                  </a:tcPr>
                </a:tc>
                <a:tc>
                  <a:txBody>
                    <a:bodyPr/>
                    <a:lstStyle/>
                    <a:p>
                      <a:pPr marL="0" indent="0">
                        <a:buFont typeface="Arial" panose="020B0604020202020204" pitchFamily="34" charset="0"/>
                        <a:buNone/>
                      </a:pPr>
                      <a:r>
                        <a:rPr lang="en-US" sz="1200" dirty="0">
                          <a:solidFill>
                            <a:srgbClr val="000000"/>
                          </a:solidFill>
                        </a:rPr>
                        <a:t>Internal department label (4 total)</a:t>
                      </a:r>
                    </a:p>
                  </a:txBody>
                  <a:tcPr>
                    <a:lnL w="381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extLst>
                  <a:ext uri="{0D108BD9-81ED-4DB2-BD59-A6C34878D82A}">
                    <a16:rowId xmlns:a16="http://schemas.microsoft.com/office/drawing/2014/main" val="932360151"/>
                  </a:ext>
                </a:extLst>
              </a:tr>
              <a:tr h="242652">
                <a:tc>
                  <a:txBody>
                    <a:bodyPr/>
                    <a:lstStyle/>
                    <a:p>
                      <a:r>
                        <a:rPr lang="en-US" sz="1200" dirty="0">
                          <a:solidFill>
                            <a:srgbClr val="000000"/>
                          </a:solidFill>
                        </a:rPr>
                        <a:t>Account</a:t>
                      </a:r>
                    </a:p>
                  </a:txBody>
                  <a:tcPr>
                    <a:lnL w="12700" cmpd="sng">
                      <a:solidFill>
                        <a:srgbClr val="000000"/>
                      </a:solidFill>
                    </a:lnL>
                    <a:lnR w="38100" cmpd="sng">
                      <a:solidFill>
                        <a:srgbClr val="000000"/>
                      </a:solidFill>
                    </a:lnR>
                    <a:lnT w="12700" cmpd="sng">
                      <a:solidFill>
                        <a:srgbClr val="000000"/>
                      </a:solidFill>
                    </a:lnT>
                    <a:lnB w="12700" cmpd="sng">
                      <a:solidFill>
                        <a:srgbClr val="000000"/>
                      </a:solidFill>
                    </a:lnB>
                    <a:solidFill>
                      <a:srgbClr val="70AD47"/>
                    </a:solidFill>
                  </a:tcPr>
                </a:tc>
                <a:tc>
                  <a:txBody>
                    <a:bodyPr/>
                    <a:lstStyle/>
                    <a:p>
                      <a:pPr marL="0" indent="0">
                        <a:buFont typeface="Arial" panose="020B0604020202020204" pitchFamily="34" charset="0"/>
                        <a:buNone/>
                      </a:pPr>
                      <a:r>
                        <a:rPr lang="en-US" sz="1200" dirty="0">
                          <a:solidFill>
                            <a:srgbClr val="000000"/>
                          </a:solidFill>
                        </a:rPr>
                        <a:t>Internal accounting label (20 total)</a:t>
                      </a:r>
                    </a:p>
                  </a:txBody>
                  <a:tcPr>
                    <a:lnL w="381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extLst>
                  <a:ext uri="{0D108BD9-81ED-4DB2-BD59-A6C34878D82A}">
                    <a16:rowId xmlns:a16="http://schemas.microsoft.com/office/drawing/2014/main" val="3908772914"/>
                  </a:ext>
                </a:extLst>
              </a:tr>
              <a:tr h="242652">
                <a:tc>
                  <a:txBody>
                    <a:bodyPr/>
                    <a:lstStyle/>
                    <a:p>
                      <a:r>
                        <a:rPr lang="en-US" sz="1200" dirty="0">
                          <a:solidFill>
                            <a:srgbClr val="000000"/>
                          </a:solidFill>
                        </a:rPr>
                        <a:t>Transaction Amt</a:t>
                      </a:r>
                    </a:p>
                  </a:txBody>
                  <a:tcPr>
                    <a:lnL w="12700" cmpd="sng">
                      <a:solidFill>
                        <a:srgbClr val="000000"/>
                      </a:solidFill>
                    </a:lnL>
                    <a:lnR w="38100" cmpd="sng">
                      <a:solidFill>
                        <a:srgbClr val="000000"/>
                      </a:solidFill>
                    </a:lnR>
                    <a:lnT w="12700" cmpd="sng">
                      <a:solidFill>
                        <a:srgbClr val="000000"/>
                      </a:solidFill>
                    </a:lnT>
                    <a:lnB w="12700" cmpd="sng">
                      <a:solidFill>
                        <a:srgbClr val="000000"/>
                      </a:solidFill>
                    </a:lnB>
                    <a:solidFill>
                      <a:srgbClr val="70AD47"/>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dirty="0">
                          <a:solidFill>
                            <a:srgbClr val="000000"/>
                          </a:solidFill>
                        </a:rPr>
                        <a:t>Recorded Debit or Credit amount</a:t>
                      </a:r>
                    </a:p>
                  </a:txBody>
                  <a:tcPr>
                    <a:lnL w="381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extLst>
                  <a:ext uri="{0D108BD9-81ED-4DB2-BD59-A6C34878D82A}">
                    <a16:rowId xmlns:a16="http://schemas.microsoft.com/office/drawing/2014/main" val="2303148224"/>
                  </a:ext>
                </a:extLst>
              </a:tr>
              <a:tr h="242652">
                <a:tc>
                  <a:txBody>
                    <a:bodyPr/>
                    <a:lstStyle/>
                    <a:p>
                      <a:r>
                        <a:rPr lang="en-US" sz="1200" dirty="0">
                          <a:solidFill>
                            <a:srgbClr val="000000"/>
                          </a:solidFill>
                        </a:rPr>
                        <a:t>Fiscal Year</a:t>
                      </a:r>
                    </a:p>
                  </a:txBody>
                  <a:tcPr>
                    <a:lnL w="12700" cmpd="sng">
                      <a:solidFill>
                        <a:srgbClr val="000000"/>
                      </a:solidFill>
                    </a:lnL>
                    <a:lnR w="38100" cmpd="sng">
                      <a:solidFill>
                        <a:srgbClr val="000000"/>
                      </a:solidFill>
                    </a:lnR>
                    <a:lnT w="12700" cmpd="sng">
                      <a:solidFill>
                        <a:srgbClr val="000000"/>
                      </a:solidFill>
                    </a:lnT>
                    <a:lnB w="12700" cmpd="sng">
                      <a:solidFill>
                        <a:srgbClr val="000000"/>
                      </a:solidFill>
                    </a:lnB>
                    <a:solidFill>
                      <a:srgbClr val="70AD47"/>
                    </a:solidFill>
                  </a:tcPr>
                </a:tc>
                <a:tc>
                  <a:txBody>
                    <a:bodyPr/>
                    <a:lstStyle/>
                    <a:p>
                      <a:pPr marL="0" indent="0">
                        <a:buFont typeface="Arial" panose="020B0604020202020204" pitchFamily="34" charset="0"/>
                        <a:buNone/>
                      </a:pPr>
                      <a:r>
                        <a:rPr lang="en-US" sz="1200" dirty="0">
                          <a:solidFill>
                            <a:srgbClr val="000000"/>
                          </a:solidFill>
                        </a:rPr>
                        <a:t>General Ledger accounting year (FY20 to FY23)</a:t>
                      </a:r>
                    </a:p>
                  </a:txBody>
                  <a:tcPr>
                    <a:lnL w="381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extLst>
                  <a:ext uri="{0D108BD9-81ED-4DB2-BD59-A6C34878D82A}">
                    <a16:rowId xmlns:a16="http://schemas.microsoft.com/office/drawing/2014/main" val="258162637"/>
                  </a:ext>
                </a:extLst>
              </a:tr>
              <a:tr h="242652">
                <a:tc>
                  <a:txBody>
                    <a:bodyPr/>
                    <a:lstStyle/>
                    <a:p>
                      <a:r>
                        <a:rPr lang="en-US" sz="1200" dirty="0">
                          <a:solidFill>
                            <a:srgbClr val="000000"/>
                          </a:solidFill>
                        </a:rPr>
                        <a:t>Period</a:t>
                      </a:r>
                    </a:p>
                  </a:txBody>
                  <a:tcPr>
                    <a:lnL w="12700" cmpd="sng">
                      <a:solidFill>
                        <a:srgbClr val="000000"/>
                      </a:solidFill>
                    </a:lnL>
                    <a:lnR w="38100" cmpd="sng">
                      <a:solidFill>
                        <a:srgbClr val="000000"/>
                      </a:solidFill>
                    </a:lnR>
                    <a:lnT w="12700" cmpd="sng">
                      <a:solidFill>
                        <a:srgbClr val="000000"/>
                      </a:solidFill>
                    </a:lnT>
                    <a:lnB w="12700" cmpd="sng">
                      <a:solidFill>
                        <a:srgbClr val="000000"/>
                      </a:solidFill>
                    </a:lnB>
                    <a:solidFill>
                      <a:srgbClr val="70AD47"/>
                    </a:solidFill>
                  </a:tcPr>
                </a:tc>
                <a:tc>
                  <a:txBody>
                    <a:bodyPr/>
                    <a:lstStyle/>
                    <a:p>
                      <a:pPr marL="0" indent="0">
                        <a:buFont typeface="Arial" panose="020B0604020202020204" pitchFamily="34" charset="0"/>
                        <a:buNone/>
                      </a:pPr>
                      <a:r>
                        <a:rPr lang="en-US" sz="1200" dirty="0">
                          <a:solidFill>
                            <a:srgbClr val="000000"/>
                          </a:solidFill>
                        </a:rPr>
                        <a:t>Accounting monthly time unit (1 to 12)</a:t>
                      </a:r>
                    </a:p>
                  </a:txBody>
                  <a:tcPr>
                    <a:lnL w="381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extLst>
                  <a:ext uri="{0D108BD9-81ED-4DB2-BD59-A6C34878D82A}">
                    <a16:rowId xmlns:a16="http://schemas.microsoft.com/office/drawing/2014/main" val="1414625233"/>
                  </a:ext>
                </a:extLst>
              </a:tr>
              <a:tr h="252415">
                <a:tc>
                  <a:txBody>
                    <a:bodyPr/>
                    <a:lstStyle/>
                    <a:p>
                      <a:r>
                        <a:rPr lang="en-US" sz="1200" dirty="0">
                          <a:solidFill>
                            <a:srgbClr val="000000"/>
                          </a:solidFill>
                        </a:rPr>
                        <a:t>Date</a:t>
                      </a:r>
                    </a:p>
                  </a:txBody>
                  <a:tcPr>
                    <a:lnL w="12700" cmpd="sng">
                      <a:solidFill>
                        <a:srgbClr val="000000"/>
                      </a:solidFill>
                    </a:lnL>
                    <a:lnR w="38100" cmpd="sng">
                      <a:solidFill>
                        <a:srgbClr val="000000"/>
                      </a:solidFill>
                    </a:lnR>
                    <a:lnT w="12700" cmpd="sng">
                      <a:solidFill>
                        <a:srgbClr val="000000"/>
                      </a:solidFill>
                    </a:lnT>
                    <a:lnB w="12700" cmpd="sng">
                      <a:solidFill>
                        <a:srgbClr val="000000"/>
                      </a:solidFill>
                    </a:lnB>
                    <a:solidFill>
                      <a:srgbClr val="70AD47"/>
                    </a:solidFill>
                  </a:tcPr>
                </a:tc>
                <a:tc>
                  <a:txBody>
                    <a:bodyPr/>
                    <a:lstStyle/>
                    <a:p>
                      <a:pPr marL="0" indent="0">
                        <a:buFont typeface="Arial" panose="020B0604020202020204" pitchFamily="34" charset="0"/>
                        <a:buNone/>
                      </a:pPr>
                      <a:r>
                        <a:rPr lang="en-US" sz="1200" dirty="0">
                          <a:solidFill>
                            <a:srgbClr val="000000"/>
                          </a:solidFill>
                        </a:rPr>
                        <a:t>Transaction time stamp (09/28/19 to 08/25/23)</a:t>
                      </a:r>
                    </a:p>
                  </a:txBody>
                  <a:tcPr>
                    <a:lnL w="381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extLst>
                  <a:ext uri="{0D108BD9-81ED-4DB2-BD59-A6C34878D82A}">
                    <a16:rowId xmlns:a16="http://schemas.microsoft.com/office/drawing/2014/main" val="3405178693"/>
                  </a:ext>
                </a:extLst>
              </a:tr>
            </a:tbl>
          </a:graphicData>
        </a:graphic>
      </p:graphicFrame>
      <p:sp>
        <p:nvSpPr>
          <p:cNvPr id="5" name="Content Placeholder 4">
            <a:extLst>
              <a:ext uri="{FF2B5EF4-FFF2-40B4-BE49-F238E27FC236}">
                <a16:creationId xmlns:a16="http://schemas.microsoft.com/office/drawing/2014/main" id="{E9C27CB0-882B-1259-5A8D-4C4553427CA8}"/>
              </a:ext>
            </a:extLst>
          </p:cNvPr>
          <p:cNvSpPr>
            <a:spLocks noGrp="1"/>
          </p:cNvSpPr>
          <p:nvPr>
            <p:ph sz="quarter" idx="19"/>
          </p:nvPr>
        </p:nvSpPr>
        <p:spPr>
          <a:xfrm>
            <a:off x="838200" y="1433417"/>
            <a:ext cx="3200400" cy="5080096"/>
          </a:xfrm>
        </p:spPr>
        <p:txBody>
          <a:bodyPr>
            <a:noAutofit/>
          </a:bodyPr>
          <a:lstStyle/>
          <a:p>
            <a:r>
              <a:rPr lang="en-US" dirty="0"/>
              <a:t>Data Filtering:</a:t>
            </a:r>
          </a:p>
          <a:p>
            <a:pPr lvl="1"/>
            <a:r>
              <a:rPr lang="en-US" dirty="0"/>
              <a:t>Filtered non-sales revenue accounts</a:t>
            </a:r>
          </a:p>
          <a:p>
            <a:pPr lvl="1"/>
            <a:endParaRPr lang="en-US" dirty="0"/>
          </a:p>
          <a:p>
            <a:r>
              <a:rPr lang="en-US" dirty="0"/>
              <a:t>Anonymization:</a:t>
            </a:r>
          </a:p>
          <a:p>
            <a:pPr lvl="1"/>
            <a:r>
              <a:rPr lang="en-US" dirty="0"/>
              <a:t>Labels changed:</a:t>
            </a:r>
          </a:p>
          <a:p>
            <a:pPr lvl="2"/>
            <a:r>
              <a:rPr lang="en-US" dirty="0"/>
              <a:t>Descriptions</a:t>
            </a:r>
          </a:p>
          <a:p>
            <a:pPr lvl="2"/>
            <a:r>
              <a:rPr lang="en-US" dirty="0"/>
              <a:t>Organizations</a:t>
            </a:r>
          </a:p>
          <a:p>
            <a:pPr lvl="2"/>
            <a:r>
              <a:rPr lang="en-US" dirty="0"/>
              <a:t>Accounts</a:t>
            </a:r>
          </a:p>
          <a:p>
            <a:pPr lvl="1"/>
            <a:r>
              <a:rPr lang="en-US" dirty="0"/>
              <a:t>Multiplied transaction data by random scalar</a:t>
            </a:r>
          </a:p>
        </p:txBody>
      </p:sp>
      <p:graphicFrame>
        <p:nvGraphicFramePr>
          <p:cNvPr id="26" name="Content Placeholder 25">
            <a:extLst>
              <a:ext uri="{FF2B5EF4-FFF2-40B4-BE49-F238E27FC236}">
                <a16:creationId xmlns:a16="http://schemas.microsoft.com/office/drawing/2014/main" id="{1FBB64FD-AF71-8321-5F8C-CD2A9B2FE6E2}"/>
              </a:ext>
            </a:extLst>
          </p:cNvPr>
          <p:cNvGraphicFramePr>
            <a:graphicFrameLocks noGrp="1"/>
          </p:cNvGraphicFramePr>
          <p:nvPr>
            <p:ph sz="quarter" idx="20"/>
            <p:extLst>
              <p:ext uri="{D42A27DB-BD31-4B8C-83A1-F6EECF244321}">
                <p14:modId xmlns:p14="http://schemas.microsoft.com/office/powerpoint/2010/main" val="2944725339"/>
              </p:ext>
            </p:extLst>
          </p:nvPr>
        </p:nvGraphicFramePr>
        <p:xfrm>
          <a:off x="4495800" y="4343400"/>
          <a:ext cx="6256774" cy="1845113"/>
        </p:xfrm>
        <a:graphic>
          <a:graphicData uri="http://schemas.openxmlformats.org/drawingml/2006/table">
            <a:tbl>
              <a:tblPr firstRow="1" bandRow="1">
                <a:tableStyleId>{5C22544A-7EE6-4342-B048-85BDC9FD1C3A}</a:tableStyleId>
              </a:tblPr>
              <a:tblGrid>
                <a:gridCol w="1281420">
                  <a:extLst>
                    <a:ext uri="{9D8B030D-6E8A-4147-A177-3AD203B41FA5}">
                      <a16:colId xmlns:a16="http://schemas.microsoft.com/office/drawing/2014/main" val="240507700"/>
                    </a:ext>
                  </a:extLst>
                </a:gridCol>
                <a:gridCol w="4975354">
                  <a:extLst>
                    <a:ext uri="{9D8B030D-6E8A-4147-A177-3AD203B41FA5}">
                      <a16:colId xmlns:a16="http://schemas.microsoft.com/office/drawing/2014/main" val="2578895633"/>
                    </a:ext>
                  </a:extLst>
                </a:gridCol>
              </a:tblGrid>
              <a:tr h="339612">
                <a:tc gridSpan="2">
                  <a:txBody>
                    <a:bodyPr/>
                    <a:lstStyle/>
                    <a:p>
                      <a:pPr algn="ctr"/>
                      <a:r>
                        <a:rPr lang="en-US" sz="1800" dirty="0">
                          <a:solidFill>
                            <a:srgbClr val="000000"/>
                          </a:solidFill>
                        </a:rPr>
                        <a:t>Feature Engineering</a:t>
                      </a:r>
                    </a:p>
                  </a:txBody>
                  <a:tcPr>
                    <a:lnL w="12700" cmpd="sng">
                      <a:solidFill>
                        <a:srgbClr val="FFFFFF"/>
                      </a:solidFill>
                    </a:lnL>
                    <a:lnR w="38100" cmpd="sng">
                      <a:solidFill>
                        <a:srgbClr val="FFFFFF"/>
                      </a:solidFill>
                    </a:lnR>
                    <a:lnT w="12700" cmpd="sng">
                      <a:solidFill>
                        <a:srgbClr val="FFFFFF"/>
                      </a:solidFill>
                    </a:lnT>
                    <a:lnB w="12700" cmpd="sng">
                      <a:solidFill>
                        <a:srgbClr val="000000"/>
                      </a:solidFill>
                    </a:lnB>
                    <a:solidFill>
                      <a:srgbClr val="70AD47">
                        <a:alpha val="0"/>
                      </a:srgbClr>
                    </a:solidFill>
                  </a:tcPr>
                </a:tc>
                <a:tc hMerge="1">
                  <a:txBody>
                    <a:bodyPr/>
                    <a:lstStyle/>
                    <a:p>
                      <a:endParaRPr lang="en-US" dirty="0"/>
                    </a:p>
                  </a:txBody>
                  <a:tcPr/>
                </a:tc>
                <a:extLst>
                  <a:ext uri="{0D108BD9-81ED-4DB2-BD59-A6C34878D82A}">
                    <a16:rowId xmlns:a16="http://schemas.microsoft.com/office/drawing/2014/main" val="2526729258"/>
                  </a:ext>
                </a:extLst>
              </a:tr>
              <a:tr h="254709">
                <a:tc>
                  <a:txBody>
                    <a:bodyPr/>
                    <a:lstStyle/>
                    <a:p>
                      <a:r>
                        <a:rPr lang="en-US" sz="1200" dirty="0">
                          <a:solidFill>
                            <a:srgbClr val="000000"/>
                          </a:solidFill>
                        </a:rPr>
                        <a:t>Feature</a:t>
                      </a:r>
                    </a:p>
                  </a:txBody>
                  <a:tcPr>
                    <a:lnL w="12700" cmpd="sng">
                      <a:solidFill>
                        <a:srgbClr val="000000"/>
                      </a:solidFill>
                    </a:lnL>
                    <a:lnR w="38100" cmpd="sng">
                      <a:solidFill>
                        <a:srgbClr val="000000"/>
                      </a:solidFill>
                    </a:lnR>
                    <a:lnT w="12700" cmpd="sng">
                      <a:solidFill>
                        <a:srgbClr val="000000"/>
                      </a:solidFill>
                    </a:lnT>
                    <a:lnB w="38100" cmpd="sng">
                      <a:solidFill>
                        <a:srgbClr val="000000"/>
                      </a:solidFill>
                    </a:lnB>
                    <a:solidFill>
                      <a:srgbClr val="70AD47"/>
                    </a:solidFill>
                  </a:tcPr>
                </a:tc>
                <a:tc>
                  <a:txBody>
                    <a:bodyPr/>
                    <a:lstStyle/>
                    <a:p>
                      <a:pPr marL="0" indent="0">
                        <a:buFont typeface="Arial" panose="020B0604020202020204" pitchFamily="34" charset="0"/>
                        <a:buNone/>
                      </a:pPr>
                      <a:r>
                        <a:rPr lang="en-US" sz="1200" dirty="0">
                          <a:solidFill>
                            <a:srgbClr val="000000"/>
                          </a:solidFill>
                        </a:rPr>
                        <a:t>Description</a:t>
                      </a:r>
                    </a:p>
                  </a:txBody>
                  <a:tcPr>
                    <a:lnL w="38100" cmpd="sng">
                      <a:solidFill>
                        <a:srgbClr val="000000"/>
                      </a:solidFill>
                    </a:lnL>
                    <a:lnR w="12700" cmpd="sng">
                      <a:solidFill>
                        <a:srgbClr val="000000"/>
                      </a:solidFill>
                    </a:lnR>
                    <a:lnT w="12700" cmpd="sng">
                      <a:solidFill>
                        <a:srgbClr val="000000"/>
                      </a:solidFill>
                    </a:lnT>
                    <a:lnB w="38100" cmpd="sng">
                      <a:solidFill>
                        <a:srgbClr val="000000"/>
                      </a:solidFill>
                    </a:lnB>
                    <a:solidFill>
                      <a:srgbClr val="70AD47"/>
                    </a:solidFill>
                  </a:tcPr>
                </a:tc>
                <a:extLst>
                  <a:ext uri="{0D108BD9-81ED-4DB2-BD59-A6C34878D82A}">
                    <a16:rowId xmlns:a16="http://schemas.microsoft.com/office/drawing/2014/main" val="2875834071"/>
                  </a:ext>
                </a:extLst>
              </a:tr>
              <a:tr h="424514">
                <a:tc>
                  <a:txBody>
                    <a:bodyPr/>
                    <a:lstStyle/>
                    <a:p>
                      <a:r>
                        <a:rPr lang="en-US" sz="1200" dirty="0">
                          <a:solidFill>
                            <a:srgbClr val="000000"/>
                          </a:solidFill>
                        </a:rPr>
                        <a:t>Desc1</a:t>
                      </a:r>
                    </a:p>
                    <a:p>
                      <a:r>
                        <a:rPr lang="en-US" sz="1200" dirty="0">
                          <a:solidFill>
                            <a:srgbClr val="000000"/>
                          </a:solidFill>
                        </a:rPr>
                        <a:t>Desc2</a:t>
                      </a:r>
                    </a:p>
                  </a:txBody>
                  <a:tcPr>
                    <a:lnL w="12700" cmpd="sng">
                      <a:solidFill>
                        <a:srgbClr val="000000"/>
                      </a:solidFill>
                    </a:lnL>
                    <a:lnR w="38100" cmpd="sng">
                      <a:solidFill>
                        <a:srgbClr val="000000"/>
                      </a:solidFill>
                    </a:lnR>
                    <a:lnT w="38100" cmpd="sng">
                      <a:solidFill>
                        <a:srgbClr val="000000"/>
                      </a:solidFill>
                    </a:lnT>
                    <a:lnB w="12700" cmpd="sng">
                      <a:solidFill>
                        <a:srgbClr val="000000"/>
                      </a:solidFill>
                    </a:lnB>
                    <a:solidFill>
                      <a:srgbClr val="70AD47"/>
                    </a:solidFill>
                  </a:tcPr>
                </a:tc>
                <a:tc>
                  <a:txBody>
                    <a:bodyPr/>
                    <a:lstStyle/>
                    <a:p>
                      <a:pPr marL="0" indent="0">
                        <a:buFont typeface="Arial" panose="020B0604020202020204" pitchFamily="34" charset="0"/>
                        <a:buNone/>
                      </a:pPr>
                      <a:r>
                        <a:rPr lang="en-US" sz="1200" dirty="0">
                          <a:solidFill>
                            <a:srgbClr val="FF0000"/>
                          </a:solidFill>
                        </a:rPr>
                        <a:t>First part of Description (355 unique two-letter combinations)</a:t>
                      </a:r>
                      <a:r>
                        <a:rPr lang="en-US" sz="1200" dirty="0">
                          <a:solidFill>
                            <a:srgbClr val="000000"/>
                          </a:solidFill>
                        </a:rPr>
                        <a:t> </a:t>
                      </a:r>
                    </a:p>
                    <a:p>
                      <a:pPr marL="0" indent="0">
                        <a:buFont typeface="Arial" panose="020B0604020202020204" pitchFamily="34" charset="0"/>
                        <a:buNone/>
                      </a:pPr>
                      <a:r>
                        <a:rPr lang="en-US" sz="1200" dirty="0">
                          <a:solidFill>
                            <a:srgbClr val="000000"/>
                          </a:solidFill>
                        </a:rPr>
                        <a:t>Second part of Description (5-digit combination)</a:t>
                      </a:r>
                    </a:p>
                  </a:txBody>
                  <a:tcPr>
                    <a:lnL w="38100" cmpd="sng">
                      <a:solidFill>
                        <a:srgbClr val="000000"/>
                      </a:solidFill>
                    </a:lnL>
                    <a:lnR w="12700" cmpd="sng">
                      <a:solidFill>
                        <a:srgbClr val="000000"/>
                      </a:solidFill>
                    </a:lnR>
                    <a:lnT w="38100" cmpd="sng">
                      <a:solidFill>
                        <a:srgbClr val="000000"/>
                      </a:solidFill>
                    </a:lnT>
                    <a:lnB w="12700" cmpd="sng">
                      <a:solidFill>
                        <a:srgbClr val="000000"/>
                      </a:solidFill>
                    </a:lnB>
                    <a:solidFill>
                      <a:srgbClr val="EBF1E9"/>
                    </a:solidFill>
                  </a:tcPr>
                </a:tc>
                <a:extLst>
                  <a:ext uri="{0D108BD9-81ED-4DB2-BD59-A6C34878D82A}">
                    <a16:rowId xmlns:a16="http://schemas.microsoft.com/office/drawing/2014/main" val="2650780467"/>
                  </a:ext>
                </a:extLst>
              </a:tr>
              <a:tr h="290633">
                <a:tc>
                  <a:txBody>
                    <a:bodyPr/>
                    <a:lstStyle/>
                    <a:p>
                      <a:r>
                        <a:rPr lang="en-US" sz="1200" dirty="0">
                          <a:solidFill>
                            <a:srgbClr val="000000"/>
                          </a:solidFill>
                        </a:rPr>
                        <a:t>Period Fiscal Year</a:t>
                      </a:r>
                    </a:p>
                  </a:txBody>
                  <a:tcPr>
                    <a:lnL w="12700" cmpd="sng">
                      <a:solidFill>
                        <a:srgbClr val="000000"/>
                      </a:solidFill>
                    </a:lnL>
                    <a:lnR w="38100" cmpd="sng">
                      <a:solidFill>
                        <a:srgbClr val="000000"/>
                      </a:solidFill>
                    </a:lnR>
                    <a:lnT w="12700" cmpd="sng">
                      <a:solidFill>
                        <a:srgbClr val="000000"/>
                      </a:solidFill>
                    </a:lnT>
                    <a:lnB w="12700" cmpd="sng">
                      <a:solidFill>
                        <a:srgbClr val="000000"/>
                      </a:solidFill>
                    </a:lnB>
                    <a:solidFill>
                      <a:srgbClr val="70AD47"/>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dirty="0">
                          <a:solidFill>
                            <a:srgbClr val="FF0000"/>
                          </a:solidFill>
                        </a:rPr>
                        <a:t>Dataset monthly time unit (0 to 46)</a:t>
                      </a:r>
                    </a:p>
                  </a:txBody>
                  <a:tcPr>
                    <a:lnL w="381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extLst>
                  <a:ext uri="{0D108BD9-81ED-4DB2-BD59-A6C34878D82A}">
                    <a16:rowId xmlns:a16="http://schemas.microsoft.com/office/drawing/2014/main" val="1414625233"/>
                  </a:ext>
                </a:extLst>
              </a:tr>
              <a:tr h="424514">
                <a:tc>
                  <a:txBody>
                    <a:bodyPr/>
                    <a:lstStyle/>
                    <a:p>
                      <a:r>
                        <a:rPr lang="en-US" sz="1200" dirty="0">
                          <a:solidFill>
                            <a:srgbClr val="000000"/>
                          </a:solidFill>
                        </a:rPr>
                        <a:t>Week</a:t>
                      </a:r>
                    </a:p>
                    <a:p>
                      <a:r>
                        <a:rPr lang="en-US" sz="1200" dirty="0">
                          <a:solidFill>
                            <a:srgbClr val="000000"/>
                          </a:solidFill>
                        </a:rPr>
                        <a:t>Week Fiscal Year</a:t>
                      </a:r>
                    </a:p>
                  </a:txBody>
                  <a:tcPr>
                    <a:lnL w="12700" cmpd="sng">
                      <a:solidFill>
                        <a:srgbClr val="000000"/>
                      </a:solidFill>
                    </a:lnL>
                    <a:lnR w="38100" cmpd="sng">
                      <a:solidFill>
                        <a:srgbClr val="000000"/>
                      </a:solidFill>
                    </a:lnR>
                    <a:lnT w="12700" cmpd="sng">
                      <a:solidFill>
                        <a:srgbClr val="000000"/>
                      </a:solidFill>
                    </a:lnT>
                    <a:lnB w="12700" cmpd="sng">
                      <a:solidFill>
                        <a:srgbClr val="000000"/>
                      </a:solidFill>
                    </a:lnB>
                    <a:solidFill>
                      <a:srgbClr val="70AD47"/>
                    </a:solidFill>
                  </a:tcPr>
                </a:tc>
                <a:tc>
                  <a:txBody>
                    <a:bodyPr/>
                    <a:lstStyle/>
                    <a:p>
                      <a:pPr marL="0" indent="0">
                        <a:buFont typeface="Arial" panose="020B0604020202020204" pitchFamily="34" charset="0"/>
                        <a:buNone/>
                      </a:pPr>
                      <a:r>
                        <a:rPr lang="en-US" sz="1200" dirty="0">
                          <a:solidFill>
                            <a:srgbClr val="000000"/>
                          </a:solidFill>
                        </a:rPr>
                        <a:t>Calendar week (1 to 52 or 53)</a:t>
                      </a:r>
                    </a:p>
                    <a:p>
                      <a:pPr marL="0" indent="0">
                        <a:buFont typeface="Arial" panose="020B0604020202020204" pitchFamily="34" charset="0"/>
                        <a:buNone/>
                      </a:pPr>
                      <a:r>
                        <a:rPr lang="en-US" sz="1200" dirty="0">
                          <a:solidFill>
                            <a:srgbClr val="000000"/>
                          </a:solidFill>
                        </a:rPr>
                        <a:t>Dataset week index (0 to 204)</a:t>
                      </a:r>
                    </a:p>
                  </a:txBody>
                  <a:tcPr>
                    <a:lnL w="381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extLst>
                  <a:ext uri="{0D108BD9-81ED-4DB2-BD59-A6C34878D82A}">
                    <a16:rowId xmlns:a16="http://schemas.microsoft.com/office/drawing/2014/main" val="3405178693"/>
                  </a:ext>
                </a:extLst>
              </a:tr>
            </a:tbl>
          </a:graphicData>
        </a:graphic>
      </p:graphicFrame>
    </p:spTree>
    <p:extLst>
      <p:ext uri="{BB962C8B-B14F-4D97-AF65-F5344CB8AC3E}">
        <p14:creationId xmlns:p14="http://schemas.microsoft.com/office/powerpoint/2010/main" val="29226135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A5B4989-B2C5-668A-5897-59F217FED424}"/>
              </a:ext>
            </a:extLst>
          </p:cNvPr>
          <p:cNvSpPr>
            <a:spLocks noGrp="1"/>
          </p:cNvSpPr>
          <p:nvPr>
            <p:ph type="title"/>
          </p:nvPr>
        </p:nvSpPr>
        <p:spPr>
          <a:xfrm>
            <a:off x="838200" y="161080"/>
            <a:ext cx="10515600" cy="618172"/>
          </a:xfrm>
        </p:spPr>
        <p:txBody>
          <a:bodyPr/>
          <a:lstStyle/>
          <a:p>
            <a:r>
              <a:rPr lang="en-US" dirty="0"/>
              <a:t>Data Processing</a:t>
            </a:r>
          </a:p>
        </p:txBody>
      </p:sp>
      <p:sp>
        <p:nvSpPr>
          <p:cNvPr id="7" name="Content Placeholder 6">
            <a:extLst>
              <a:ext uri="{FF2B5EF4-FFF2-40B4-BE49-F238E27FC236}">
                <a16:creationId xmlns:a16="http://schemas.microsoft.com/office/drawing/2014/main" id="{C796326F-387C-A655-6FF8-1C512B0DB65E}"/>
              </a:ext>
            </a:extLst>
          </p:cNvPr>
          <p:cNvSpPr>
            <a:spLocks noGrp="1"/>
          </p:cNvSpPr>
          <p:nvPr>
            <p:ph idx="1"/>
          </p:nvPr>
        </p:nvSpPr>
        <p:spPr>
          <a:xfrm>
            <a:off x="838199" y="4910203"/>
            <a:ext cx="10515601" cy="1582673"/>
          </a:xfrm>
        </p:spPr>
        <p:txBody>
          <a:bodyPr/>
          <a:lstStyle/>
          <a:p>
            <a:pPr lvl="1"/>
            <a:r>
              <a:rPr lang="en-US" dirty="0"/>
              <a:t>80% of the Debit transactions are less than $1250 (i.e., most of the transactions are small with a mean of $1688.16)</a:t>
            </a:r>
          </a:p>
          <a:p>
            <a:pPr lvl="1"/>
            <a:r>
              <a:rPr lang="en-US" dirty="0"/>
              <a:t>Transactions in November are almost 2x the number of transactions in April</a:t>
            </a:r>
          </a:p>
          <a:p>
            <a:pPr lvl="1"/>
            <a:endParaRPr lang="en-US" dirty="0"/>
          </a:p>
          <a:p>
            <a:pPr lvl="1"/>
            <a:r>
              <a:rPr lang="en-US" dirty="0"/>
              <a:t>11 periods for FY23 had approximately the same # of transactions as a full year of FY20</a:t>
            </a:r>
          </a:p>
          <a:p>
            <a:pPr lvl="1"/>
            <a:r>
              <a:rPr lang="en-US" dirty="0"/>
              <a:t>For efficiency, when Period or Week is mentioned during the remainder of the presentation, it refers to </a:t>
            </a:r>
            <a:r>
              <a:rPr lang="en-US" dirty="0" err="1"/>
              <a:t>period_fyear</a:t>
            </a:r>
            <a:r>
              <a:rPr lang="en-US" dirty="0"/>
              <a:t> and </a:t>
            </a:r>
            <a:r>
              <a:rPr lang="en-US" dirty="0" err="1"/>
              <a:t>week_fyear</a:t>
            </a:r>
            <a:r>
              <a:rPr lang="en-US" dirty="0"/>
              <a:t> respectively</a:t>
            </a:r>
          </a:p>
          <a:p>
            <a:endParaRPr lang="en-US" dirty="0"/>
          </a:p>
        </p:txBody>
      </p:sp>
      <p:sp>
        <p:nvSpPr>
          <p:cNvPr id="8" name="Text Placeholder 7">
            <a:extLst>
              <a:ext uri="{FF2B5EF4-FFF2-40B4-BE49-F238E27FC236}">
                <a16:creationId xmlns:a16="http://schemas.microsoft.com/office/drawing/2014/main" id="{1EB86BBE-B8AD-4C0F-E25C-2B0AC00AF6C9}"/>
              </a:ext>
            </a:extLst>
          </p:cNvPr>
          <p:cNvSpPr>
            <a:spLocks noGrp="1"/>
          </p:cNvSpPr>
          <p:nvPr>
            <p:ph type="body" sz="quarter" idx="13"/>
          </p:nvPr>
        </p:nvSpPr>
        <p:spPr>
          <a:xfrm>
            <a:off x="838200" y="779252"/>
            <a:ext cx="10515600" cy="467232"/>
          </a:xfrm>
        </p:spPr>
        <p:txBody>
          <a:bodyPr/>
          <a:lstStyle/>
          <a:p>
            <a:r>
              <a:rPr lang="en-US" dirty="0"/>
              <a:t>Final Data</a:t>
            </a:r>
          </a:p>
        </p:txBody>
      </p:sp>
      <p:graphicFrame>
        <p:nvGraphicFramePr>
          <p:cNvPr id="5" name="Content Placeholder 4">
            <a:extLst>
              <a:ext uri="{FF2B5EF4-FFF2-40B4-BE49-F238E27FC236}">
                <a16:creationId xmlns:a16="http://schemas.microsoft.com/office/drawing/2014/main" id="{3539C2FA-1F44-D2B0-C4E0-A43233F0717F}"/>
              </a:ext>
            </a:extLst>
          </p:cNvPr>
          <p:cNvGraphicFramePr>
            <a:graphicFrameLocks noGrp="1"/>
          </p:cNvGraphicFramePr>
          <p:nvPr>
            <p:ph sz="quarter" idx="16"/>
            <p:extLst>
              <p:ext uri="{D42A27DB-BD31-4B8C-83A1-F6EECF244321}">
                <p14:modId xmlns:p14="http://schemas.microsoft.com/office/powerpoint/2010/main" val="666332547"/>
              </p:ext>
            </p:extLst>
          </p:nvPr>
        </p:nvGraphicFramePr>
        <p:xfrm>
          <a:off x="838200" y="1835150"/>
          <a:ext cx="10344765" cy="2011680"/>
        </p:xfrm>
        <a:graphic>
          <a:graphicData uri="http://schemas.openxmlformats.org/drawingml/2006/table">
            <a:tbl>
              <a:tblPr firstRow="1" bandRow="1">
                <a:tableStyleId>{5C22544A-7EE6-4342-B048-85BDC9FD1C3A}</a:tableStyleId>
              </a:tblPr>
              <a:tblGrid>
                <a:gridCol w="592455">
                  <a:extLst>
                    <a:ext uri="{9D8B030D-6E8A-4147-A177-3AD203B41FA5}">
                      <a16:colId xmlns:a16="http://schemas.microsoft.com/office/drawing/2014/main" val="20000"/>
                    </a:ext>
                  </a:extLst>
                </a:gridCol>
                <a:gridCol w="1029015">
                  <a:extLst>
                    <a:ext uri="{9D8B030D-6E8A-4147-A177-3AD203B41FA5}">
                      <a16:colId xmlns:a16="http://schemas.microsoft.com/office/drawing/2014/main" val="20001"/>
                    </a:ext>
                  </a:extLst>
                </a:gridCol>
                <a:gridCol w="944308">
                  <a:extLst>
                    <a:ext uri="{9D8B030D-6E8A-4147-A177-3AD203B41FA5}">
                      <a16:colId xmlns:a16="http://schemas.microsoft.com/office/drawing/2014/main" val="20002"/>
                    </a:ext>
                  </a:extLst>
                </a:gridCol>
                <a:gridCol w="1029015">
                  <a:extLst>
                    <a:ext uri="{9D8B030D-6E8A-4147-A177-3AD203B41FA5}">
                      <a16:colId xmlns:a16="http://schemas.microsoft.com/office/drawing/2014/main" val="20003"/>
                    </a:ext>
                  </a:extLst>
                </a:gridCol>
                <a:gridCol w="1029015">
                  <a:extLst>
                    <a:ext uri="{9D8B030D-6E8A-4147-A177-3AD203B41FA5}">
                      <a16:colId xmlns:a16="http://schemas.microsoft.com/office/drawing/2014/main" val="20004"/>
                    </a:ext>
                  </a:extLst>
                </a:gridCol>
                <a:gridCol w="1029015">
                  <a:extLst>
                    <a:ext uri="{9D8B030D-6E8A-4147-A177-3AD203B41FA5}">
                      <a16:colId xmlns:a16="http://schemas.microsoft.com/office/drawing/2014/main" val="20005"/>
                    </a:ext>
                  </a:extLst>
                </a:gridCol>
                <a:gridCol w="1029015">
                  <a:extLst>
                    <a:ext uri="{9D8B030D-6E8A-4147-A177-3AD203B41FA5}">
                      <a16:colId xmlns:a16="http://schemas.microsoft.com/office/drawing/2014/main" val="20006"/>
                    </a:ext>
                  </a:extLst>
                </a:gridCol>
                <a:gridCol w="1029015">
                  <a:extLst>
                    <a:ext uri="{9D8B030D-6E8A-4147-A177-3AD203B41FA5}">
                      <a16:colId xmlns:a16="http://schemas.microsoft.com/office/drawing/2014/main" val="20007"/>
                    </a:ext>
                  </a:extLst>
                </a:gridCol>
                <a:gridCol w="1029015">
                  <a:extLst>
                    <a:ext uri="{9D8B030D-6E8A-4147-A177-3AD203B41FA5}">
                      <a16:colId xmlns:a16="http://schemas.microsoft.com/office/drawing/2014/main" val="20008"/>
                    </a:ext>
                  </a:extLst>
                </a:gridCol>
                <a:gridCol w="575882">
                  <a:extLst>
                    <a:ext uri="{9D8B030D-6E8A-4147-A177-3AD203B41FA5}">
                      <a16:colId xmlns:a16="http://schemas.microsoft.com/office/drawing/2014/main" val="20009"/>
                    </a:ext>
                  </a:extLst>
                </a:gridCol>
                <a:gridCol w="1029015">
                  <a:extLst>
                    <a:ext uri="{9D8B030D-6E8A-4147-A177-3AD203B41FA5}">
                      <a16:colId xmlns:a16="http://schemas.microsoft.com/office/drawing/2014/main" val="20010"/>
                    </a:ext>
                  </a:extLst>
                </a:gridCol>
              </a:tblGrid>
              <a:tr h="0">
                <a:tc gridSpan="11">
                  <a:txBody>
                    <a:bodyPr/>
                    <a:lstStyle/>
                    <a:p>
                      <a:pPr algn="ctr"/>
                      <a:r>
                        <a:rPr dirty="0">
                          <a:solidFill>
                            <a:srgbClr val="000000"/>
                          </a:solidFill>
                        </a:rPr>
                        <a:t>Sample Transformed Data</a:t>
                      </a:r>
                    </a:p>
                  </a:txBody>
                  <a:tcPr>
                    <a:lnL w="12700" cmpd="sng">
                      <a:solidFill>
                        <a:srgbClr val="FFFFFF"/>
                      </a:solidFill>
                    </a:lnL>
                    <a:lnR w="12700" cmpd="sng">
                      <a:solidFill>
                        <a:srgbClr val="FFFFFF"/>
                      </a:solidFill>
                    </a:lnR>
                    <a:lnT w="12700" cmpd="sng">
                      <a:solidFill>
                        <a:srgbClr val="FFFFFF"/>
                      </a:solidFill>
                    </a:lnT>
                    <a:lnB w="12700" cmpd="sng">
                      <a:solidFill>
                        <a:srgbClr val="000000"/>
                      </a:solidFill>
                    </a:lnB>
                    <a:solidFill>
                      <a:schemeClr val="accent1">
                        <a:alpha val="0"/>
                      </a:schemeClr>
                    </a:solid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0"/>
                  </a:ext>
                </a:extLst>
              </a:tr>
              <a:tr h="228600">
                <a:tc>
                  <a:txBody>
                    <a:bodyPr/>
                    <a:lstStyle/>
                    <a:p>
                      <a:pPr algn="ctr"/>
                      <a:r>
                        <a:rPr sz="1200" b="1">
                          <a:solidFill>
                            <a:srgbClr val="000000"/>
                          </a:solidFill>
                        </a:rPr>
                        <a:t>Desc1</a:t>
                      </a:r>
                    </a:p>
                  </a:txBody>
                  <a:tcPr>
                    <a:lnL w="12700" cmpd="sng">
                      <a:solidFill>
                        <a:srgbClr val="000000"/>
                      </a:solidFill>
                    </a:lnL>
                    <a:lnR w="12700" cmpd="sng">
                      <a:solidFill>
                        <a:srgbClr val="000000"/>
                      </a:solidFill>
                    </a:lnR>
                    <a:lnT w="12700" cmpd="sng">
                      <a:solidFill>
                        <a:srgbClr val="000000"/>
                      </a:solidFill>
                    </a:lnT>
                    <a:lnB w="38100" cmpd="sng">
                      <a:solidFill>
                        <a:srgbClr val="000000"/>
                      </a:solidFill>
                    </a:lnB>
                    <a:solidFill>
                      <a:srgbClr val="70AD47"/>
                    </a:solidFill>
                  </a:tcPr>
                </a:tc>
                <a:tc>
                  <a:txBody>
                    <a:bodyPr/>
                    <a:lstStyle/>
                    <a:p>
                      <a:pPr algn="ctr"/>
                      <a:r>
                        <a:rPr sz="1200" b="1">
                          <a:solidFill>
                            <a:srgbClr val="000000"/>
                          </a:solidFill>
                        </a:rPr>
                        <a:t>Desc2</a:t>
                      </a:r>
                    </a:p>
                  </a:txBody>
                  <a:tcPr>
                    <a:lnL w="12700" cmpd="sng">
                      <a:solidFill>
                        <a:srgbClr val="000000"/>
                      </a:solidFill>
                    </a:lnL>
                    <a:lnR w="12700" cmpd="sng">
                      <a:solidFill>
                        <a:srgbClr val="000000"/>
                      </a:solidFill>
                    </a:lnR>
                    <a:lnT w="12700" cmpd="sng">
                      <a:solidFill>
                        <a:srgbClr val="000000"/>
                      </a:solidFill>
                    </a:lnT>
                    <a:lnB w="38100" cmpd="sng">
                      <a:solidFill>
                        <a:srgbClr val="000000"/>
                      </a:solidFill>
                    </a:lnB>
                    <a:solidFill>
                      <a:srgbClr val="70AD47"/>
                    </a:solidFill>
                  </a:tcPr>
                </a:tc>
                <a:tc>
                  <a:txBody>
                    <a:bodyPr/>
                    <a:lstStyle/>
                    <a:p>
                      <a:pPr algn="ctr"/>
                      <a:r>
                        <a:rPr sz="1200" b="1">
                          <a:solidFill>
                            <a:srgbClr val="000000"/>
                          </a:solidFill>
                        </a:rPr>
                        <a:t>Description</a:t>
                      </a:r>
                    </a:p>
                  </a:txBody>
                  <a:tcPr>
                    <a:lnL w="12700" cmpd="sng">
                      <a:solidFill>
                        <a:srgbClr val="000000"/>
                      </a:solidFill>
                    </a:lnL>
                    <a:lnR w="12700" cmpd="sng">
                      <a:solidFill>
                        <a:srgbClr val="000000"/>
                      </a:solidFill>
                    </a:lnR>
                    <a:lnT w="12700" cmpd="sng">
                      <a:solidFill>
                        <a:srgbClr val="000000"/>
                      </a:solidFill>
                    </a:lnT>
                    <a:lnB w="38100" cmpd="sng">
                      <a:solidFill>
                        <a:srgbClr val="000000"/>
                      </a:solidFill>
                    </a:lnB>
                    <a:solidFill>
                      <a:srgbClr val="70AD47"/>
                    </a:solidFill>
                  </a:tcPr>
                </a:tc>
                <a:tc>
                  <a:txBody>
                    <a:bodyPr/>
                    <a:lstStyle/>
                    <a:p>
                      <a:pPr algn="ctr"/>
                      <a:r>
                        <a:rPr sz="1200" b="1">
                          <a:solidFill>
                            <a:srgbClr val="000000"/>
                          </a:solidFill>
                        </a:rPr>
                        <a:t>Account</a:t>
                      </a:r>
                    </a:p>
                  </a:txBody>
                  <a:tcPr>
                    <a:lnL w="12700" cmpd="sng">
                      <a:solidFill>
                        <a:srgbClr val="000000"/>
                      </a:solidFill>
                    </a:lnL>
                    <a:lnR w="12700" cmpd="sng">
                      <a:solidFill>
                        <a:srgbClr val="000000"/>
                      </a:solidFill>
                    </a:lnR>
                    <a:lnT w="12700" cmpd="sng">
                      <a:solidFill>
                        <a:srgbClr val="000000"/>
                      </a:solidFill>
                    </a:lnT>
                    <a:lnB w="38100" cmpd="sng">
                      <a:solidFill>
                        <a:srgbClr val="000000"/>
                      </a:solidFill>
                    </a:lnB>
                    <a:solidFill>
                      <a:srgbClr val="70AD47"/>
                    </a:solidFill>
                  </a:tcPr>
                </a:tc>
                <a:tc>
                  <a:txBody>
                    <a:bodyPr/>
                    <a:lstStyle/>
                    <a:p>
                      <a:pPr algn="ctr"/>
                      <a:r>
                        <a:rPr sz="1200" b="1">
                          <a:solidFill>
                            <a:srgbClr val="000000"/>
                          </a:solidFill>
                        </a:rPr>
                        <a:t>Txn_Amt</a:t>
                      </a:r>
                    </a:p>
                  </a:txBody>
                  <a:tcPr>
                    <a:lnL w="12700" cmpd="sng">
                      <a:solidFill>
                        <a:srgbClr val="000000"/>
                      </a:solidFill>
                    </a:lnL>
                    <a:lnR w="12700" cmpd="sng">
                      <a:solidFill>
                        <a:srgbClr val="000000"/>
                      </a:solidFill>
                    </a:lnR>
                    <a:lnT w="12700" cmpd="sng">
                      <a:solidFill>
                        <a:srgbClr val="000000"/>
                      </a:solidFill>
                    </a:lnT>
                    <a:lnB w="38100" cmpd="sng">
                      <a:solidFill>
                        <a:srgbClr val="000000"/>
                      </a:solidFill>
                    </a:lnB>
                    <a:solidFill>
                      <a:srgbClr val="70AD47"/>
                    </a:solidFill>
                  </a:tcPr>
                </a:tc>
                <a:tc>
                  <a:txBody>
                    <a:bodyPr/>
                    <a:lstStyle/>
                    <a:p>
                      <a:pPr algn="ctr"/>
                      <a:r>
                        <a:rPr sz="1200" b="1">
                          <a:solidFill>
                            <a:srgbClr val="000000"/>
                          </a:solidFill>
                        </a:rPr>
                        <a:t>Date</a:t>
                      </a:r>
                    </a:p>
                  </a:txBody>
                  <a:tcPr>
                    <a:lnL w="12700" cmpd="sng">
                      <a:solidFill>
                        <a:srgbClr val="000000"/>
                      </a:solidFill>
                    </a:lnL>
                    <a:lnR w="12700" cmpd="sng">
                      <a:solidFill>
                        <a:srgbClr val="000000"/>
                      </a:solidFill>
                    </a:lnR>
                    <a:lnT w="12700" cmpd="sng">
                      <a:solidFill>
                        <a:srgbClr val="000000"/>
                      </a:solidFill>
                    </a:lnT>
                    <a:lnB w="38100" cmpd="sng">
                      <a:solidFill>
                        <a:srgbClr val="000000"/>
                      </a:solidFill>
                    </a:lnB>
                    <a:solidFill>
                      <a:srgbClr val="70AD47"/>
                    </a:solidFill>
                  </a:tcPr>
                </a:tc>
                <a:tc>
                  <a:txBody>
                    <a:bodyPr/>
                    <a:lstStyle/>
                    <a:p>
                      <a:pPr algn="ctr"/>
                      <a:r>
                        <a:rPr sz="1200" b="1">
                          <a:solidFill>
                            <a:srgbClr val="000000"/>
                          </a:solidFill>
                        </a:rPr>
                        <a:t>Fyear</a:t>
                      </a:r>
                    </a:p>
                  </a:txBody>
                  <a:tcPr>
                    <a:lnL w="12700" cmpd="sng">
                      <a:solidFill>
                        <a:srgbClr val="000000"/>
                      </a:solidFill>
                    </a:lnL>
                    <a:lnR w="12700" cmpd="sng">
                      <a:solidFill>
                        <a:srgbClr val="000000"/>
                      </a:solidFill>
                    </a:lnR>
                    <a:lnT w="12700" cmpd="sng">
                      <a:solidFill>
                        <a:srgbClr val="000000"/>
                      </a:solidFill>
                    </a:lnT>
                    <a:lnB w="38100" cmpd="sng">
                      <a:solidFill>
                        <a:srgbClr val="000000"/>
                      </a:solidFill>
                    </a:lnB>
                    <a:solidFill>
                      <a:srgbClr val="70AD47"/>
                    </a:solidFill>
                  </a:tcPr>
                </a:tc>
                <a:tc>
                  <a:txBody>
                    <a:bodyPr/>
                    <a:lstStyle/>
                    <a:p>
                      <a:pPr algn="ctr"/>
                      <a:r>
                        <a:rPr sz="1200" b="1">
                          <a:solidFill>
                            <a:srgbClr val="000000"/>
                          </a:solidFill>
                        </a:rPr>
                        <a:t>Period</a:t>
                      </a:r>
                    </a:p>
                  </a:txBody>
                  <a:tcPr>
                    <a:lnL w="12700" cmpd="sng">
                      <a:solidFill>
                        <a:srgbClr val="000000"/>
                      </a:solidFill>
                    </a:lnL>
                    <a:lnR w="12700" cmpd="sng">
                      <a:solidFill>
                        <a:srgbClr val="000000"/>
                      </a:solidFill>
                    </a:lnR>
                    <a:lnT w="12700" cmpd="sng">
                      <a:solidFill>
                        <a:srgbClr val="000000"/>
                      </a:solidFill>
                    </a:lnT>
                    <a:lnB w="38100" cmpd="sng">
                      <a:solidFill>
                        <a:srgbClr val="000000"/>
                      </a:solidFill>
                    </a:lnB>
                    <a:solidFill>
                      <a:srgbClr val="70AD47"/>
                    </a:solidFill>
                  </a:tcPr>
                </a:tc>
                <a:tc>
                  <a:txBody>
                    <a:bodyPr/>
                    <a:lstStyle/>
                    <a:p>
                      <a:pPr algn="ctr"/>
                      <a:r>
                        <a:rPr sz="1200" b="1" dirty="0" err="1">
                          <a:solidFill>
                            <a:srgbClr val="000000"/>
                          </a:solidFill>
                        </a:rPr>
                        <a:t>Period_Fyear</a:t>
                      </a:r>
                      <a:endParaRPr sz="1200" b="1" dirty="0">
                        <a:solidFill>
                          <a:srgbClr val="000000"/>
                        </a:solidFill>
                      </a:endParaRPr>
                    </a:p>
                  </a:txBody>
                  <a:tcPr>
                    <a:lnL w="12700" cmpd="sng">
                      <a:solidFill>
                        <a:srgbClr val="000000"/>
                      </a:solidFill>
                    </a:lnL>
                    <a:lnR w="12700" cmpd="sng">
                      <a:solidFill>
                        <a:srgbClr val="000000"/>
                      </a:solidFill>
                    </a:lnR>
                    <a:lnT w="12700" cmpd="sng">
                      <a:solidFill>
                        <a:srgbClr val="000000"/>
                      </a:solidFill>
                    </a:lnT>
                    <a:lnB w="38100" cmpd="sng">
                      <a:solidFill>
                        <a:srgbClr val="000000"/>
                      </a:solidFill>
                    </a:lnB>
                    <a:solidFill>
                      <a:srgbClr val="70AD47"/>
                    </a:solidFill>
                  </a:tcPr>
                </a:tc>
                <a:tc>
                  <a:txBody>
                    <a:bodyPr/>
                    <a:lstStyle/>
                    <a:p>
                      <a:pPr algn="ctr"/>
                      <a:r>
                        <a:rPr sz="1200" b="1">
                          <a:solidFill>
                            <a:srgbClr val="000000"/>
                          </a:solidFill>
                        </a:rPr>
                        <a:t>Week</a:t>
                      </a:r>
                    </a:p>
                  </a:txBody>
                  <a:tcPr>
                    <a:lnL w="12700" cmpd="sng">
                      <a:solidFill>
                        <a:srgbClr val="000000"/>
                      </a:solidFill>
                    </a:lnL>
                    <a:lnR w="12700" cmpd="sng">
                      <a:solidFill>
                        <a:srgbClr val="000000"/>
                      </a:solidFill>
                    </a:lnR>
                    <a:lnT w="12700" cmpd="sng">
                      <a:solidFill>
                        <a:srgbClr val="000000"/>
                      </a:solidFill>
                    </a:lnT>
                    <a:lnB w="38100" cmpd="sng">
                      <a:solidFill>
                        <a:srgbClr val="000000"/>
                      </a:solidFill>
                    </a:lnB>
                    <a:solidFill>
                      <a:srgbClr val="70AD47"/>
                    </a:solidFill>
                  </a:tcPr>
                </a:tc>
                <a:tc>
                  <a:txBody>
                    <a:bodyPr/>
                    <a:lstStyle/>
                    <a:p>
                      <a:pPr algn="ctr"/>
                      <a:r>
                        <a:rPr sz="1200" b="1">
                          <a:solidFill>
                            <a:srgbClr val="000000"/>
                          </a:solidFill>
                        </a:rPr>
                        <a:t>Week_Fyear</a:t>
                      </a:r>
                    </a:p>
                  </a:txBody>
                  <a:tcPr>
                    <a:lnL w="12700" cmpd="sng">
                      <a:solidFill>
                        <a:srgbClr val="000000"/>
                      </a:solidFill>
                    </a:lnL>
                    <a:lnR w="12700" cmpd="sng">
                      <a:solidFill>
                        <a:srgbClr val="000000"/>
                      </a:solidFill>
                    </a:lnR>
                    <a:lnT w="12700" cmpd="sng">
                      <a:solidFill>
                        <a:srgbClr val="000000"/>
                      </a:solidFill>
                    </a:lnT>
                    <a:lnB w="38100" cmpd="sng">
                      <a:solidFill>
                        <a:srgbClr val="000000"/>
                      </a:solidFill>
                    </a:lnB>
                    <a:solidFill>
                      <a:srgbClr val="70AD47"/>
                    </a:solidFill>
                  </a:tcPr>
                </a:tc>
                <a:extLst>
                  <a:ext uri="{0D108BD9-81ED-4DB2-BD59-A6C34878D82A}">
                    <a16:rowId xmlns:a16="http://schemas.microsoft.com/office/drawing/2014/main" val="10001"/>
                  </a:ext>
                </a:extLst>
              </a:tr>
              <a:tr h="228600">
                <a:tc>
                  <a:txBody>
                    <a:bodyPr/>
                    <a:lstStyle/>
                    <a:p>
                      <a:pPr algn="ctr"/>
                      <a:r>
                        <a:rPr sz="1200">
                          <a:solidFill>
                            <a:srgbClr val="000000"/>
                          </a:solidFill>
                        </a:rPr>
                        <a:t>AU</a:t>
                      </a:r>
                    </a:p>
                  </a:txBody>
                  <a:tcPr>
                    <a:lnL w="12700" cmpd="sng">
                      <a:solidFill>
                        <a:srgbClr val="000000"/>
                      </a:solidFill>
                    </a:lnL>
                    <a:lnR w="12700" cmpd="sng">
                      <a:solidFill>
                        <a:srgbClr val="000000"/>
                      </a:solidFill>
                    </a:lnR>
                    <a:lnT w="381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5324</a:t>
                      </a:r>
                    </a:p>
                  </a:txBody>
                  <a:tcPr>
                    <a:lnL w="12700" cmpd="sng">
                      <a:solidFill>
                        <a:srgbClr val="000000"/>
                      </a:solidFill>
                    </a:lnL>
                    <a:lnR w="12700" cmpd="sng">
                      <a:solidFill>
                        <a:srgbClr val="000000"/>
                      </a:solidFill>
                    </a:lnR>
                    <a:lnT w="381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AU 05324</a:t>
                      </a:r>
                    </a:p>
                  </a:txBody>
                  <a:tcPr>
                    <a:lnL w="12700" cmpd="sng">
                      <a:solidFill>
                        <a:srgbClr val="000000"/>
                      </a:solidFill>
                    </a:lnL>
                    <a:lnR w="12700" cmpd="sng">
                      <a:solidFill>
                        <a:srgbClr val="000000"/>
                      </a:solidFill>
                    </a:lnR>
                    <a:lnT w="381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Acct 4</a:t>
                      </a:r>
                    </a:p>
                  </a:txBody>
                  <a:tcPr>
                    <a:lnL w="12700" cmpd="sng">
                      <a:solidFill>
                        <a:srgbClr val="000000"/>
                      </a:solidFill>
                    </a:lnL>
                    <a:lnR w="12700" cmpd="sng">
                      <a:solidFill>
                        <a:srgbClr val="000000"/>
                      </a:solidFill>
                    </a:lnR>
                    <a:lnT w="381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74.91</a:t>
                      </a:r>
                    </a:p>
                  </a:txBody>
                  <a:tcPr>
                    <a:lnL w="12700" cmpd="sng">
                      <a:solidFill>
                        <a:srgbClr val="000000"/>
                      </a:solidFill>
                    </a:lnL>
                    <a:lnR w="12700" cmpd="sng">
                      <a:solidFill>
                        <a:srgbClr val="000000"/>
                      </a:solidFill>
                    </a:lnR>
                    <a:lnT w="381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2021-06-07</a:t>
                      </a:r>
                    </a:p>
                  </a:txBody>
                  <a:tcPr>
                    <a:lnL w="12700" cmpd="sng">
                      <a:solidFill>
                        <a:srgbClr val="000000"/>
                      </a:solidFill>
                    </a:lnL>
                    <a:lnR w="12700" cmpd="sng">
                      <a:solidFill>
                        <a:srgbClr val="000000"/>
                      </a:solidFill>
                    </a:lnR>
                    <a:lnT w="38100" cmpd="sng">
                      <a:solidFill>
                        <a:srgbClr val="000000"/>
                      </a:solidFill>
                    </a:lnT>
                    <a:lnB w="12700" cmpd="sng">
                      <a:solidFill>
                        <a:srgbClr val="000000"/>
                      </a:solidFill>
                    </a:lnB>
                    <a:solidFill>
                      <a:srgbClr val="EBF1E9"/>
                    </a:solidFill>
                  </a:tcPr>
                </a:tc>
                <a:tc>
                  <a:txBody>
                    <a:bodyPr/>
                    <a:lstStyle/>
                    <a:p>
                      <a:pPr algn="ctr"/>
                      <a:r>
                        <a:rPr sz="1200" dirty="0">
                          <a:solidFill>
                            <a:srgbClr val="000000"/>
                          </a:solidFill>
                        </a:rPr>
                        <a:t>2021</a:t>
                      </a:r>
                    </a:p>
                  </a:txBody>
                  <a:tcPr>
                    <a:lnL w="12700" cmpd="sng">
                      <a:solidFill>
                        <a:srgbClr val="000000"/>
                      </a:solidFill>
                    </a:lnL>
                    <a:lnR w="12700" cmpd="sng">
                      <a:solidFill>
                        <a:srgbClr val="000000"/>
                      </a:solidFill>
                    </a:lnR>
                    <a:lnT w="381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9</a:t>
                      </a:r>
                    </a:p>
                  </a:txBody>
                  <a:tcPr>
                    <a:lnL w="12700" cmpd="sng">
                      <a:solidFill>
                        <a:srgbClr val="000000"/>
                      </a:solidFill>
                    </a:lnL>
                    <a:lnR w="12700" cmpd="sng">
                      <a:solidFill>
                        <a:srgbClr val="000000"/>
                      </a:solidFill>
                    </a:lnR>
                    <a:lnT w="381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20</a:t>
                      </a:r>
                    </a:p>
                  </a:txBody>
                  <a:tcPr>
                    <a:lnL w="12700" cmpd="sng">
                      <a:solidFill>
                        <a:srgbClr val="000000"/>
                      </a:solidFill>
                    </a:lnL>
                    <a:lnR w="12700" cmpd="sng">
                      <a:solidFill>
                        <a:srgbClr val="000000"/>
                      </a:solidFill>
                    </a:lnR>
                    <a:lnT w="381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23</a:t>
                      </a:r>
                    </a:p>
                  </a:txBody>
                  <a:tcPr>
                    <a:lnL w="12700" cmpd="sng">
                      <a:solidFill>
                        <a:srgbClr val="000000"/>
                      </a:solidFill>
                    </a:lnL>
                    <a:lnR w="12700" cmpd="sng">
                      <a:solidFill>
                        <a:srgbClr val="000000"/>
                      </a:solidFill>
                    </a:lnR>
                    <a:lnT w="381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89</a:t>
                      </a:r>
                    </a:p>
                  </a:txBody>
                  <a:tcPr>
                    <a:lnL w="12700" cmpd="sng">
                      <a:solidFill>
                        <a:srgbClr val="000000"/>
                      </a:solidFill>
                    </a:lnL>
                    <a:lnR w="12700" cmpd="sng">
                      <a:solidFill>
                        <a:srgbClr val="000000"/>
                      </a:solidFill>
                    </a:lnR>
                    <a:lnT w="38100" cmpd="sng">
                      <a:solidFill>
                        <a:srgbClr val="000000"/>
                      </a:solidFill>
                    </a:lnT>
                    <a:lnB w="12700" cmpd="sng">
                      <a:solidFill>
                        <a:srgbClr val="000000"/>
                      </a:solidFill>
                    </a:lnB>
                    <a:solidFill>
                      <a:srgbClr val="EBF1E9"/>
                    </a:solidFill>
                  </a:tcPr>
                </a:tc>
                <a:extLst>
                  <a:ext uri="{0D108BD9-81ED-4DB2-BD59-A6C34878D82A}">
                    <a16:rowId xmlns:a16="http://schemas.microsoft.com/office/drawing/2014/main" val="10002"/>
                  </a:ext>
                </a:extLst>
              </a:tr>
              <a:tr h="228600">
                <a:tc>
                  <a:txBody>
                    <a:bodyPr/>
                    <a:lstStyle/>
                    <a:p>
                      <a:pPr algn="ctr"/>
                      <a:r>
                        <a:rPr sz="1200">
                          <a:solidFill>
                            <a:srgbClr val="000000"/>
                          </a:solidFill>
                        </a:rPr>
                        <a:t>BR</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9866</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BR 09866</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Acct 4</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79.62</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2022-06-17</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2022</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9</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32</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24</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142</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extLst>
                  <a:ext uri="{0D108BD9-81ED-4DB2-BD59-A6C34878D82A}">
                    <a16:rowId xmlns:a16="http://schemas.microsoft.com/office/drawing/2014/main" val="10003"/>
                  </a:ext>
                </a:extLst>
              </a:tr>
              <a:tr h="228600">
                <a:tc>
                  <a:txBody>
                    <a:bodyPr/>
                    <a:lstStyle/>
                    <a:p>
                      <a:pPr algn="ctr"/>
                      <a:r>
                        <a:rPr sz="1200">
                          <a:solidFill>
                            <a:srgbClr val="000000"/>
                          </a:solidFill>
                        </a:rPr>
                        <a:t>CV</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6521</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CV 06521</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Acct 4</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55.55</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2021-09-21</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2021</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12</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23</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38</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104</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extLst>
                  <a:ext uri="{0D108BD9-81ED-4DB2-BD59-A6C34878D82A}">
                    <a16:rowId xmlns:a16="http://schemas.microsoft.com/office/drawing/2014/main" val="10004"/>
                  </a:ext>
                </a:extLst>
              </a:tr>
              <a:tr h="228600">
                <a:tc>
                  <a:txBody>
                    <a:bodyPr/>
                    <a:lstStyle/>
                    <a:p>
                      <a:pPr algn="ctr"/>
                      <a:r>
                        <a:rPr sz="1200">
                          <a:solidFill>
                            <a:srgbClr val="000000"/>
                          </a:solidFill>
                        </a:rPr>
                        <a:t>CA</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6040</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CA 06040</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Acct 6</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475.62</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2021-08-09</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2021</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11</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22</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32</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98</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extLst>
                  <a:ext uri="{0D108BD9-81ED-4DB2-BD59-A6C34878D82A}">
                    <a16:rowId xmlns:a16="http://schemas.microsoft.com/office/drawing/2014/main" val="10005"/>
                  </a:ext>
                </a:extLst>
              </a:tr>
              <a:tr h="228600">
                <a:tc>
                  <a:txBody>
                    <a:bodyPr/>
                    <a:lstStyle/>
                    <a:p>
                      <a:pPr algn="ctr"/>
                      <a:r>
                        <a:rPr sz="1200">
                          <a:solidFill>
                            <a:srgbClr val="000000"/>
                          </a:solidFill>
                        </a:rPr>
                        <a:t>FS</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9940</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FS 09940</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Acct 9</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395.67</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dirty="0">
                          <a:solidFill>
                            <a:srgbClr val="000000"/>
                          </a:solidFill>
                        </a:rPr>
                        <a:t>2022-06-28</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2022</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9</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32</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26</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dirty="0">
                          <a:solidFill>
                            <a:srgbClr val="000000"/>
                          </a:solidFill>
                        </a:rPr>
                        <a:t>144</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8796744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161D6CC9-073C-688C-D3AD-4A0E3B3DA238}"/>
              </a:ext>
            </a:extLst>
          </p:cNvPr>
          <p:cNvSpPr>
            <a:spLocks noGrp="1"/>
          </p:cNvSpPr>
          <p:nvPr>
            <p:ph type="title"/>
          </p:nvPr>
        </p:nvSpPr>
        <p:spPr>
          <a:xfrm>
            <a:off x="838200" y="161080"/>
            <a:ext cx="10515600" cy="618172"/>
          </a:xfrm>
        </p:spPr>
        <p:txBody>
          <a:bodyPr/>
          <a:lstStyle/>
          <a:p>
            <a:r>
              <a:rPr lang="en-US" dirty="0"/>
              <a:t>EDA</a:t>
            </a:r>
          </a:p>
        </p:txBody>
      </p:sp>
      <p:sp>
        <p:nvSpPr>
          <p:cNvPr id="5" name="Content Placeholder 4">
            <a:extLst>
              <a:ext uri="{FF2B5EF4-FFF2-40B4-BE49-F238E27FC236}">
                <a16:creationId xmlns:a16="http://schemas.microsoft.com/office/drawing/2014/main" id="{538031EC-0EFD-477B-4685-A983C7788AF7}"/>
              </a:ext>
            </a:extLst>
          </p:cNvPr>
          <p:cNvSpPr>
            <a:spLocks noGrp="1"/>
          </p:cNvSpPr>
          <p:nvPr>
            <p:ph idx="1"/>
          </p:nvPr>
        </p:nvSpPr>
        <p:spPr>
          <a:xfrm>
            <a:off x="838199" y="4910203"/>
            <a:ext cx="10515601" cy="1582673"/>
          </a:xfrm>
        </p:spPr>
        <p:txBody>
          <a:bodyPr>
            <a:normAutofit/>
          </a:bodyPr>
          <a:lstStyle/>
          <a:p>
            <a:pPr lvl="1"/>
            <a:r>
              <a:rPr lang="en-US" dirty="0"/>
              <a:t>This graph was created as a product of the due diligence analysis conducted by the accounting firm from the General Ledger data</a:t>
            </a:r>
          </a:p>
          <a:p>
            <a:pPr lvl="2"/>
            <a:r>
              <a:rPr lang="en-US" dirty="0"/>
              <a:t>Revenue, Gross Profit Margin (see Appendix B), and EBITDA Margin as designed by the accounting firm using Excel</a:t>
            </a:r>
          </a:p>
          <a:p>
            <a:pPr lvl="2"/>
            <a:r>
              <a:rPr lang="en-US" dirty="0"/>
              <a:t>Automated recreation can be found in Appendix A</a:t>
            </a:r>
          </a:p>
          <a:p>
            <a:pPr lvl="1"/>
            <a:r>
              <a:rPr lang="en-US" dirty="0"/>
              <a:t>The revenue stream seems to be highly volatile</a:t>
            </a:r>
          </a:p>
          <a:p>
            <a:pPr lvl="2"/>
            <a:r>
              <a:rPr lang="en-US" dirty="0"/>
              <a:t>There are dramatic differences between peaks and troughs, especially in February 2022 and 2023</a:t>
            </a:r>
          </a:p>
          <a:p>
            <a:pPr lvl="1"/>
            <a:r>
              <a:rPr lang="en-US" dirty="0"/>
              <a:t>No significantly visible upward trend is present</a:t>
            </a:r>
          </a:p>
          <a:p>
            <a:pPr lvl="2"/>
            <a:endParaRPr lang="en-US" dirty="0"/>
          </a:p>
        </p:txBody>
      </p:sp>
      <p:sp>
        <p:nvSpPr>
          <p:cNvPr id="15" name="Text Placeholder 14">
            <a:extLst>
              <a:ext uri="{FF2B5EF4-FFF2-40B4-BE49-F238E27FC236}">
                <a16:creationId xmlns:a16="http://schemas.microsoft.com/office/drawing/2014/main" id="{E9EE7CBE-CC25-19A5-BF40-49A9398152E2}"/>
              </a:ext>
            </a:extLst>
          </p:cNvPr>
          <p:cNvSpPr>
            <a:spLocks noGrp="1"/>
          </p:cNvSpPr>
          <p:nvPr>
            <p:ph type="body" sz="quarter" idx="13"/>
          </p:nvPr>
        </p:nvSpPr>
        <p:spPr>
          <a:xfrm>
            <a:off x="838200" y="779252"/>
            <a:ext cx="10515600" cy="467232"/>
          </a:xfrm>
        </p:spPr>
        <p:txBody>
          <a:bodyPr/>
          <a:lstStyle/>
          <a:p>
            <a:r>
              <a:rPr lang="en-US" dirty="0"/>
              <a:t>Accounting Firm Visualization</a:t>
            </a:r>
          </a:p>
        </p:txBody>
      </p:sp>
      <p:pic>
        <p:nvPicPr>
          <p:cNvPr id="9" name="Picture 4">
            <a:extLst>
              <a:ext uri="{FF2B5EF4-FFF2-40B4-BE49-F238E27FC236}">
                <a16:creationId xmlns:a16="http://schemas.microsoft.com/office/drawing/2014/main" id="{FBBF7C6D-75BC-5A6A-CF38-E62E2292C52A}"/>
              </a:ext>
            </a:extLst>
          </p:cNvPr>
          <p:cNvPicPr>
            <a:picLocks noGrp="1" noChangeAspect="1"/>
          </p:cNvPicPr>
          <p:nvPr>
            <p:ph sz="quarter" idx="16"/>
          </p:nvPr>
        </p:nvPicPr>
        <p:blipFill rotWithShape="1">
          <a:blip r:embed="rId3">
            <a:extLst>
              <a:ext uri="{96DAC541-7B7A-43D3-8B79-37D633B846F1}">
                <asvg:svgBlip xmlns:asvg="http://schemas.microsoft.com/office/drawing/2016/SVG/main" r:embed="rId4"/>
              </a:ext>
            </a:extLst>
          </a:blip>
          <a:srcRect l="-3223" r="-3223"/>
          <a:stretch/>
        </p:blipFill>
        <p:spPr>
          <a:xfrm>
            <a:off x="838200" y="1836273"/>
            <a:ext cx="10515600" cy="2852079"/>
          </a:xfrm>
        </p:spPr>
      </p:pic>
    </p:spTree>
    <p:extLst>
      <p:ext uri="{BB962C8B-B14F-4D97-AF65-F5344CB8AC3E}">
        <p14:creationId xmlns:p14="http://schemas.microsoft.com/office/powerpoint/2010/main" val="37988315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Content Placeholder 17">
            <a:extLst>
              <a:ext uri="{FF2B5EF4-FFF2-40B4-BE49-F238E27FC236}">
                <a16:creationId xmlns:a16="http://schemas.microsoft.com/office/drawing/2014/main" id="{8E4C0DF0-BE3F-A3FE-D5DC-96C0288C4542}"/>
              </a:ext>
            </a:extLst>
          </p:cNvPr>
          <p:cNvSpPr>
            <a:spLocks noGrp="1"/>
          </p:cNvSpPr>
          <p:nvPr>
            <p:ph idx="1"/>
          </p:nvPr>
        </p:nvSpPr>
        <p:spPr>
          <a:xfrm>
            <a:off x="838200" y="1848068"/>
            <a:ext cx="2243203" cy="4575495"/>
          </a:xfrm>
        </p:spPr>
        <p:txBody>
          <a:bodyPr>
            <a:noAutofit/>
          </a:bodyPr>
          <a:lstStyle/>
          <a:p>
            <a:r>
              <a:rPr lang="en-US" dirty="0"/>
              <a:t>Dept D</a:t>
            </a:r>
          </a:p>
          <a:p>
            <a:pPr lvl="1"/>
            <a:r>
              <a:rPr lang="en-US" dirty="0"/>
              <a:t>Discontinuous</a:t>
            </a:r>
          </a:p>
          <a:p>
            <a:pPr lvl="1"/>
            <a:r>
              <a:rPr lang="en-US" dirty="0"/>
              <a:t>Constant</a:t>
            </a:r>
          </a:p>
          <a:p>
            <a:pPr lvl="1"/>
            <a:endParaRPr lang="en-US" dirty="0"/>
          </a:p>
          <a:p>
            <a:r>
              <a:rPr lang="en-US" dirty="0"/>
              <a:t>Dept B</a:t>
            </a:r>
          </a:p>
          <a:p>
            <a:pPr lvl="1"/>
            <a:r>
              <a:rPr lang="en-US" dirty="0"/>
              <a:t>Continuous</a:t>
            </a:r>
          </a:p>
          <a:p>
            <a:pPr lvl="1"/>
            <a:r>
              <a:rPr lang="en-US" dirty="0"/>
              <a:t>Low Variability</a:t>
            </a:r>
          </a:p>
          <a:p>
            <a:pPr lvl="1"/>
            <a:endParaRPr lang="en-US" dirty="0"/>
          </a:p>
          <a:p>
            <a:r>
              <a:rPr lang="en-US" dirty="0"/>
              <a:t>Depts A &amp; C</a:t>
            </a:r>
          </a:p>
          <a:p>
            <a:pPr lvl="1"/>
            <a:r>
              <a:rPr lang="en-US" dirty="0"/>
              <a:t>Continuous</a:t>
            </a:r>
          </a:p>
          <a:p>
            <a:pPr lvl="1"/>
            <a:r>
              <a:rPr lang="en-US" dirty="0"/>
              <a:t>High Variability</a:t>
            </a:r>
          </a:p>
        </p:txBody>
      </p:sp>
      <p:pic>
        <p:nvPicPr>
          <p:cNvPr id="11" name="Content Placeholder 10">
            <a:extLst>
              <a:ext uri="{FF2B5EF4-FFF2-40B4-BE49-F238E27FC236}">
                <a16:creationId xmlns:a16="http://schemas.microsoft.com/office/drawing/2014/main" id="{86BD6ACE-6DA0-E9ED-8111-54585961B364}"/>
              </a:ext>
            </a:extLst>
          </p:cNvPr>
          <p:cNvPicPr>
            <a:picLocks noGrp="1" noChangeAspect="1"/>
          </p:cNvPicPr>
          <p:nvPr>
            <p:ph sz="quarter" idx="14"/>
          </p:nvPr>
        </p:nvPicPr>
        <p:blipFill>
          <a:blip r:embed="rId3"/>
          <a:srcRect/>
          <a:stretch/>
        </p:blipFill>
        <p:spPr>
          <a:xfrm>
            <a:off x="4213393" y="1847850"/>
            <a:ext cx="6221077" cy="4575175"/>
          </a:xfrm>
        </p:spPr>
      </p:pic>
      <p:sp>
        <p:nvSpPr>
          <p:cNvPr id="3" name="Title 1">
            <a:extLst>
              <a:ext uri="{FF2B5EF4-FFF2-40B4-BE49-F238E27FC236}">
                <a16:creationId xmlns:a16="http://schemas.microsoft.com/office/drawing/2014/main" id="{4696D180-CED2-7C31-07A7-AE72AB210E03}"/>
              </a:ext>
            </a:extLst>
          </p:cNvPr>
          <p:cNvSpPr>
            <a:spLocks noGrp="1"/>
          </p:cNvSpPr>
          <p:nvPr>
            <p:ph type="title"/>
          </p:nvPr>
        </p:nvSpPr>
        <p:spPr>
          <a:xfrm>
            <a:off x="838200" y="161080"/>
            <a:ext cx="10515600" cy="618172"/>
          </a:xfrm>
        </p:spPr>
        <p:txBody>
          <a:bodyPr/>
          <a:lstStyle/>
          <a:p>
            <a:r>
              <a:rPr lang="en-US" dirty="0"/>
              <a:t>EDA</a:t>
            </a:r>
          </a:p>
        </p:txBody>
      </p:sp>
      <p:sp>
        <p:nvSpPr>
          <p:cNvPr id="29" name="Text Placeholder 28">
            <a:extLst>
              <a:ext uri="{FF2B5EF4-FFF2-40B4-BE49-F238E27FC236}">
                <a16:creationId xmlns:a16="http://schemas.microsoft.com/office/drawing/2014/main" id="{3528A3F5-A061-A4C8-5373-25C52017B7DC}"/>
              </a:ext>
            </a:extLst>
          </p:cNvPr>
          <p:cNvSpPr>
            <a:spLocks noGrp="1"/>
          </p:cNvSpPr>
          <p:nvPr>
            <p:ph type="body" sz="quarter" idx="13"/>
          </p:nvPr>
        </p:nvSpPr>
        <p:spPr>
          <a:xfrm>
            <a:off x="838200" y="779252"/>
            <a:ext cx="10515600" cy="467232"/>
          </a:xfrm>
        </p:spPr>
        <p:txBody>
          <a:bodyPr>
            <a:noAutofit/>
          </a:bodyPr>
          <a:lstStyle/>
          <a:p>
            <a:r>
              <a:rPr lang="en-US" dirty="0"/>
              <a:t>Transactions by Organization</a:t>
            </a:r>
          </a:p>
        </p:txBody>
      </p:sp>
    </p:spTree>
    <p:extLst>
      <p:ext uri="{BB962C8B-B14F-4D97-AF65-F5344CB8AC3E}">
        <p14:creationId xmlns:p14="http://schemas.microsoft.com/office/powerpoint/2010/main" val="1134200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F6B8A089-5568-5BB9-AD31-81BBD2C3BC82}"/>
              </a:ext>
            </a:extLst>
          </p:cNvPr>
          <p:cNvSpPr>
            <a:spLocks noGrp="1"/>
          </p:cNvSpPr>
          <p:nvPr>
            <p:ph idx="1"/>
          </p:nvPr>
        </p:nvSpPr>
        <p:spPr>
          <a:xfrm>
            <a:off x="838200" y="1848068"/>
            <a:ext cx="2243203" cy="4575495"/>
          </a:xfrm>
        </p:spPr>
        <p:txBody>
          <a:bodyPr>
            <a:noAutofit/>
          </a:bodyPr>
          <a:lstStyle/>
          <a:p>
            <a:r>
              <a:rPr lang="en-US" dirty="0"/>
              <a:t>Accts 15, 17 &amp; 18:</a:t>
            </a:r>
          </a:p>
          <a:p>
            <a:pPr lvl="1"/>
            <a:r>
              <a:rPr lang="en-US" dirty="0"/>
              <a:t>Discontinuous</a:t>
            </a:r>
          </a:p>
          <a:p>
            <a:pPr lvl="1"/>
            <a:endParaRPr lang="en-US" dirty="0"/>
          </a:p>
          <a:p>
            <a:r>
              <a:rPr lang="en-US" dirty="0"/>
              <a:t>Accts 1, 6 &amp; 10:</a:t>
            </a:r>
          </a:p>
          <a:p>
            <a:pPr lvl="1"/>
            <a:r>
              <a:rPr lang="en-US" dirty="0"/>
              <a:t>Continuous</a:t>
            </a:r>
          </a:p>
          <a:p>
            <a:pPr lvl="1"/>
            <a:r>
              <a:rPr lang="en-US" dirty="0"/>
              <a:t>Constant</a:t>
            </a:r>
          </a:p>
          <a:p>
            <a:pPr lvl="1"/>
            <a:endParaRPr lang="en-US" dirty="0"/>
          </a:p>
          <a:p>
            <a:r>
              <a:rPr lang="en-US" dirty="0"/>
              <a:t>Accounts 2, 4 &amp; 5:</a:t>
            </a:r>
          </a:p>
          <a:p>
            <a:pPr lvl="1"/>
            <a:r>
              <a:rPr lang="en-US" dirty="0"/>
              <a:t>Continuous</a:t>
            </a:r>
          </a:p>
          <a:p>
            <a:pPr lvl="1"/>
            <a:r>
              <a:rPr lang="en-US" dirty="0"/>
              <a:t>High Variability</a:t>
            </a:r>
          </a:p>
        </p:txBody>
      </p:sp>
      <p:pic>
        <p:nvPicPr>
          <p:cNvPr id="11" name="Content Placeholder 10">
            <a:extLst>
              <a:ext uri="{FF2B5EF4-FFF2-40B4-BE49-F238E27FC236}">
                <a16:creationId xmlns:a16="http://schemas.microsoft.com/office/drawing/2014/main" id="{322CD360-A5A5-BD8B-6B43-E2B6BBC62F41}"/>
              </a:ext>
            </a:extLst>
          </p:cNvPr>
          <p:cNvPicPr>
            <a:picLocks noGrp="1" noChangeAspect="1"/>
          </p:cNvPicPr>
          <p:nvPr>
            <p:ph sz="quarter" idx="14"/>
          </p:nvPr>
        </p:nvPicPr>
        <p:blipFill>
          <a:blip r:embed="rId3"/>
          <a:srcRect/>
          <a:stretch/>
        </p:blipFill>
        <p:spPr>
          <a:xfrm>
            <a:off x="3791452" y="1847850"/>
            <a:ext cx="7064958" cy="4575175"/>
          </a:xfrm>
        </p:spPr>
      </p:pic>
      <p:sp>
        <p:nvSpPr>
          <p:cNvPr id="4" name="Title 3">
            <a:extLst>
              <a:ext uri="{FF2B5EF4-FFF2-40B4-BE49-F238E27FC236}">
                <a16:creationId xmlns:a16="http://schemas.microsoft.com/office/drawing/2014/main" id="{DBA1C685-FFC4-1B1A-BFBC-364A73D1C82E}"/>
              </a:ext>
            </a:extLst>
          </p:cNvPr>
          <p:cNvSpPr>
            <a:spLocks noGrp="1"/>
          </p:cNvSpPr>
          <p:nvPr>
            <p:ph type="title"/>
          </p:nvPr>
        </p:nvSpPr>
        <p:spPr>
          <a:xfrm>
            <a:off x="838200" y="161080"/>
            <a:ext cx="10515600" cy="618172"/>
          </a:xfrm>
        </p:spPr>
        <p:txBody>
          <a:bodyPr/>
          <a:lstStyle/>
          <a:p>
            <a:r>
              <a:rPr lang="en-US" dirty="0"/>
              <a:t>EDA</a:t>
            </a:r>
          </a:p>
        </p:txBody>
      </p:sp>
      <p:sp>
        <p:nvSpPr>
          <p:cNvPr id="6" name="Text Placeholder 5">
            <a:extLst>
              <a:ext uri="{FF2B5EF4-FFF2-40B4-BE49-F238E27FC236}">
                <a16:creationId xmlns:a16="http://schemas.microsoft.com/office/drawing/2014/main" id="{69C8E2FC-2A34-030F-0B02-86F0E4C6A858}"/>
              </a:ext>
            </a:extLst>
          </p:cNvPr>
          <p:cNvSpPr>
            <a:spLocks noGrp="1"/>
          </p:cNvSpPr>
          <p:nvPr>
            <p:ph type="body" sz="quarter" idx="13"/>
          </p:nvPr>
        </p:nvSpPr>
        <p:spPr>
          <a:xfrm>
            <a:off x="838200" y="779252"/>
            <a:ext cx="10515600" cy="467232"/>
          </a:xfrm>
        </p:spPr>
        <p:txBody>
          <a:bodyPr>
            <a:noAutofit/>
          </a:bodyPr>
          <a:lstStyle/>
          <a:p>
            <a:r>
              <a:rPr lang="en-US" dirty="0"/>
              <a:t>Transactions by Account</a:t>
            </a:r>
          </a:p>
        </p:txBody>
      </p:sp>
    </p:spTree>
    <p:extLst>
      <p:ext uri="{BB962C8B-B14F-4D97-AF65-F5344CB8AC3E}">
        <p14:creationId xmlns:p14="http://schemas.microsoft.com/office/powerpoint/2010/main" val="38854524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4151BD3A-C55C-7671-29D7-37D777592369}"/>
              </a:ext>
            </a:extLst>
          </p:cNvPr>
          <p:cNvSpPr>
            <a:spLocks noGrp="1"/>
          </p:cNvSpPr>
          <p:nvPr>
            <p:ph idx="1"/>
          </p:nvPr>
        </p:nvSpPr>
        <p:spPr>
          <a:xfrm>
            <a:off x="838200" y="1848068"/>
            <a:ext cx="2243203" cy="4575495"/>
          </a:xfrm>
        </p:spPr>
        <p:txBody>
          <a:bodyPr>
            <a:noAutofit/>
          </a:bodyPr>
          <a:lstStyle/>
          <a:p>
            <a:r>
              <a:rPr lang="en-US" dirty="0"/>
              <a:t>BK and CB</a:t>
            </a:r>
          </a:p>
          <a:p>
            <a:pPr lvl="1"/>
            <a:r>
              <a:rPr lang="en-US" dirty="0"/>
              <a:t>Continuous</a:t>
            </a:r>
          </a:p>
          <a:p>
            <a:pPr lvl="1"/>
            <a:r>
              <a:rPr lang="en-US" dirty="0"/>
              <a:t>High Variability (CB)</a:t>
            </a:r>
          </a:p>
          <a:p>
            <a:pPr lvl="1"/>
            <a:endParaRPr lang="en-US" dirty="0"/>
          </a:p>
          <a:p>
            <a:r>
              <a:rPr lang="en-US" dirty="0"/>
              <a:t>CI and EM</a:t>
            </a:r>
          </a:p>
          <a:p>
            <a:pPr lvl="1"/>
            <a:r>
              <a:rPr lang="en-US" dirty="0"/>
              <a:t>Discontinuous</a:t>
            </a:r>
          </a:p>
          <a:p>
            <a:pPr lvl="1"/>
            <a:r>
              <a:rPr lang="en-US" dirty="0"/>
              <a:t>Variable</a:t>
            </a:r>
          </a:p>
          <a:p>
            <a:pPr lvl="1"/>
            <a:endParaRPr lang="en-US" dirty="0"/>
          </a:p>
          <a:p>
            <a:r>
              <a:rPr lang="en-US" dirty="0"/>
              <a:t>AD	</a:t>
            </a:r>
          </a:p>
          <a:p>
            <a:pPr lvl="1"/>
            <a:r>
              <a:rPr lang="en-US" dirty="0"/>
              <a:t>Continuous (50%)</a:t>
            </a:r>
          </a:p>
          <a:p>
            <a:pPr marL="9525" lvl="1" indent="0">
              <a:buNone/>
            </a:pPr>
            <a:endParaRPr lang="en-US" dirty="0"/>
          </a:p>
          <a:p>
            <a:pPr lvl="1"/>
            <a:r>
              <a:rPr lang="en-US" i="1" dirty="0"/>
              <a:t>Note: Heatmap displays top 15 (95th pct) out of 355 total desc1s</a:t>
            </a:r>
          </a:p>
          <a:p>
            <a:pPr marL="9525" lvl="1" indent="0">
              <a:buNone/>
            </a:pPr>
            <a:endParaRPr lang="en-US" dirty="0"/>
          </a:p>
        </p:txBody>
      </p:sp>
      <p:pic>
        <p:nvPicPr>
          <p:cNvPr id="10" name="Content Placeholder 9">
            <a:extLst>
              <a:ext uri="{FF2B5EF4-FFF2-40B4-BE49-F238E27FC236}">
                <a16:creationId xmlns:a16="http://schemas.microsoft.com/office/drawing/2014/main" id="{9BE8992E-3D6D-F0E1-398F-EE17EFE0FE21}"/>
              </a:ext>
            </a:extLst>
          </p:cNvPr>
          <p:cNvPicPr>
            <a:picLocks noGrp="1" noChangeAspect="1"/>
          </p:cNvPicPr>
          <p:nvPr>
            <p:ph sz="quarter" idx="14"/>
          </p:nvPr>
        </p:nvPicPr>
        <p:blipFill>
          <a:blip r:embed="rId3"/>
          <a:srcRect/>
          <a:stretch/>
        </p:blipFill>
        <p:spPr>
          <a:xfrm>
            <a:off x="3942108" y="1847850"/>
            <a:ext cx="6763646" cy="4575175"/>
          </a:xfrm>
        </p:spPr>
      </p:pic>
      <p:sp>
        <p:nvSpPr>
          <p:cNvPr id="4" name="Title 3">
            <a:extLst>
              <a:ext uri="{FF2B5EF4-FFF2-40B4-BE49-F238E27FC236}">
                <a16:creationId xmlns:a16="http://schemas.microsoft.com/office/drawing/2014/main" id="{4E7DF80B-DAA6-0D3B-6AD1-52F75FC31900}"/>
              </a:ext>
            </a:extLst>
          </p:cNvPr>
          <p:cNvSpPr>
            <a:spLocks noGrp="1"/>
          </p:cNvSpPr>
          <p:nvPr>
            <p:ph type="title"/>
          </p:nvPr>
        </p:nvSpPr>
        <p:spPr>
          <a:xfrm>
            <a:off x="838200" y="161080"/>
            <a:ext cx="10515600" cy="618172"/>
          </a:xfrm>
        </p:spPr>
        <p:txBody>
          <a:bodyPr/>
          <a:lstStyle/>
          <a:p>
            <a:r>
              <a:rPr lang="en-US" dirty="0"/>
              <a:t>EDA</a:t>
            </a:r>
          </a:p>
        </p:txBody>
      </p:sp>
      <p:sp>
        <p:nvSpPr>
          <p:cNvPr id="6" name="Text Placeholder 5">
            <a:extLst>
              <a:ext uri="{FF2B5EF4-FFF2-40B4-BE49-F238E27FC236}">
                <a16:creationId xmlns:a16="http://schemas.microsoft.com/office/drawing/2014/main" id="{0B3DAC59-9B86-BFB1-D898-12DC28F7994E}"/>
              </a:ext>
            </a:extLst>
          </p:cNvPr>
          <p:cNvSpPr>
            <a:spLocks noGrp="1"/>
          </p:cNvSpPr>
          <p:nvPr>
            <p:ph type="body" sz="quarter" idx="13"/>
          </p:nvPr>
        </p:nvSpPr>
        <p:spPr>
          <a:xfrm>
            <a:off x="838200" y="779252"/>
            <a:ext cx="10515600" cy="467232"/>
          </a:xfrm>
        </p:spPr>
        <p:txBody>
          <a:bodyPr>
            <a:noAutofit/>
          </a:bodyPr>
          <a:lstStyle/>
          <a:p>
            <a:r>
              <a:rPr lang="en-US" dirty="0"/>
              <a:t>Transactions by Desc1</a:t>
            </a:r>
          </a:p>
        </p:txBody>
      </p:sp>
    </p:spTree>
    <p:extLst>
      <p:ext uri="{BB962C8B-B14F-4D97-AF65-F5344CB8AC3E}">
        <p14:creationId xmlns:p14="http://schemas.microsoft.com/office/powerpoint/2010/main" val="10044516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0D740F1B-DDD5-58E2-BBCB-F5B4B70B55D3}"/>
              </a:ext>
            </a:extLst>
          </p:cNvPr>
          <p:cNvSpPr>
            <a:spLocks noGrp="1"/>
          </p:cNvSpPr>
          <p:nvPr>
            <p:ph type="title"/>
          </p:nvPr>
        </p:nvSpPr>
        <p:spPr>
          <a:xfrm>
            <a:off x="838200" y="161080"/>
            <a:ext cx="10515600" cy="618172"/>
          </a:xfrm>
        </p:spPr>
        <p:txBody>
          <a:bodyPr/>
          <a:lstStyle/>
          <a:p>
            <a:r>
              <a:rPr lang="en-US" dirty="0"/>
              <a:t>EDA</a:t>
            </a:r>
          </a:p>
        </p:txBody>
      </p:sp>
      <p:sp>
        <p:nvSpPr>
          <p:cNvPr id="12" name="Text Placeholder 11">
            <a:extLst>
              <a:ext uri="{FF2B5EF4-FFF2-40B4-BE49-F238E27FC236}">
                <a16:creationId xmlns:a16="http://schemas.microsoft.com/office/drawing/2014/main" id="{3A6F59C1-07D7-89D7-C55A-635DBBB9BB9B}"/>
              </a:ext>
            </a:extLst>
          </p:cNvPr>
          <p:cNvSpPr>
            <a:spLocks noGrp="1"/>
          </p:cNvSpPr>
          <p:nvPr>
            <p:ph type="body" sz="quarter" idx="17"/>
          </p:nvPr>
        </p:nvSpPr>
        <p:spPr>
          <a:xfrm>
            <a:off x="838200" y="779252"/>
            <a:ext cx="10515600" cy="467232"/>
          </a:xfrm>
        </p:spPr>
        <p:txBody>
          <a:bodyPr/>
          <a:lstStyle/>
          <a:p>
            <a:r>
              <a:rPr lang="en-US" dirty="0"/>
              <a:t>Transaction Monthly Percentage by Desc1</a:t>
            </a:r>
          </a:p>
        </p:txBody>
      </p:sp>
      <p:pic>
        <p:nvPicPr>
          <p:cNvPr id="6" name="Content Placeholder 5">
            <a:extLst>
              <a:ext uri="{FF2B5EF4-FFF2-40B4-BE49-F238E27FC236}">
                <a16:creationId xmlns:a16="http://schemas.microsoft.com/office/drawing/2014/main" id="{BF04457B-6C1C-9614-EA01-619A74B152BF}"/>
              </a:ext>
            </a:extLst>
          </p:cNvPr>
          <p:cNvPicPr>
            <a:picLocks noGrp="1" noChangeAspect="1"/>
          </p:cNvPicPr>
          <p:nvPr>
            <p:ph sz="quarter" idx="18"/>
          </p:nvPr>
        </p:nvPicPr>
        <p:blipFill>
          <a:blip r:embed="rId3"/>
          <a:stretch>
            <a:fillRect/>
          </a:stretch>
        </p:blipFill>
        <p:spPr>
          <a:xfrm>
            <a:off x="5075844" y="1433513"/>
            <a:ext cx="5697911" cy="5080000"/>
          </a:xfrm>
        </p:spPr>
      </p:pic>
      <p:sp>
        <p:nvSpPr>
          <p:cNvPr id="4" name="Content Placeholder 3">
            <a:extLst>
              <a:ext uri="{FF2B5EF4-FFF2-40B4-BE49-F238E27FC236}">
                <a16:creationId xmlns:a16="http://schemas.microsoft.com/office/drawing/2014/main" id="{86B00817-A3CC-B729-B2A0-6180AB40ECF3}"/>
              </a:ext>
            </a:extLst>
          </p:cNvPr>
          <p:cNvSpPr>
            <a:spLocks noGrp="1"/>
          </p:cNvSpPr>
          <p:nvPr>
            <p:ph sz="quarter" idx="19"/>
          </p:nvPr>
        </p:nvSpPr>
        <p:spPr>
          <a:xfrm>
            <a:off x="838200" y="1433417"/>
            <a:ext cx="3657600" cy="5080096"/>
          </a:xfrm>
        </p:spPr>
        <p:txBody>
          <a:bodyPr anchor="ctr"/>
          <a:lstStyle/>
          <a:p>
            <a:r>
              <a:rPr lang="en-US" dirty="0"/>
              <a:t>CB:</a:t>
            </a:r>
          </a:p>
          <a:p>
            <a:pPr lvl="1"/>
            <a:r>
              <a:rPr lang="en-US" dirty="0"/>
              <a:t>High Variability (Total &gt; Percentage)</a:t>
            </a:r>
          </a:p>
          <a:p>
            <a:pPr lvl="1"/>
            <a:endParaRPr lang="en-US" dirty="0"/>
          </a:p>
          <a:p>
            <a:r>
              <a:rPr lang="en-US" dirty="0"/>
              <a:t>Other 3 Desc1s:</a:t>
            </a:r>
          </a:p>
          <a:p>
            <a:pPr lvl="1"/>
            <a:r>
              <a:rPr lang="en-US" dirty="0"/>
              <a:t>Low Variability (Total = Percentage)</a:t>
            </a:r>
          </a:p>
          <a:p>
            <a:pPr lvl="1"/>
            <a:endParaRPr lang="en-US" dirty="0"/>
          </a:p>
          <a:p>
            <a:pPr lvl="1"/>
            <a:endParaRPr lang="en-US" dirty="0"/>
          </a:p>
          <a:p>
            <a:pPr lvl="1"/>
            <a:r>
              <a:rPr lang="en-US" i="1" dirty="0"/>
              <a:t>Note: Percentage = desc1’s portion of total amount </a:t>
            </a:r>
          </a:p>
        </p:txBody>
      </p:sp>
    </p:spTree>
    <p:extLst>
      <p:ext uri="{BB962C8B-B14F-4D97-AF65-F5344CB8AC3E}">
        <p14:creationId xmlns:p14="http://schemas.microsoft.com/office/powerpoint/2010/main" val="13231438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2B323AA-3FD0-99D9-5792-C38DB820288D}"/>
              </a:ext>
            </a:extLst>
          </p:cNvPr>
          <p:cNvSpPr>
            <a:spLocks noGrp="1"/>
          </p:cNvSpPr>
          <p:nvPr>
            <p:ph idx="1"/>
          </p:nvPr>
        </p:nvSpPr>
        <p:spPr>
          <a:xfrm>
            <a:off x="838200" y="1848068"/>
            <a:ext cx="6400800" cy="4575495"/>
          </a:xfrm>
        </p:spPr>
        <p:txBody>
          <a:bodyPr/>
          <a:lstStyle/>
          <a:p>
            <a:r>
              <a:rPr lang="en-US" dirty="0"/>
              <a:t>Large transactions:</a:t>
            </a:r>
          </a:p>
          <a:p>
            <a:pPr lvl="1"/>
            <a:r>
              <a:rPr lang="en-US" dirty="0"/>
              <a:t>Signs of major sales</a:t>
            </a:r>
          </a:p>
          <a:p>
            <a:pPr lvl="1"/>
            <a:r>
              <a:rPr lang="en-US" dirty="0"/>
              <a:t>Top priority for analysis</a:t>
            </a:r>
          </a:p>
          <a:p>
            <a:pPr lvl="1"/>
            <a:endParaRPr lang="en-US" dirty="0"/>
          </a:p>
          <a:p>
            <a:r>
              <a:rPr lang="en-US" dirty="0"/>
              <a:t>Repeated transactions:</a:t>
            </a:r>
          </a:p>
          <a:p>
            <a:pPr lvl="1"/>
            <a:r>
              <a:rPr lang="en-US" dirty="0"/>
              <a:t>Systematic stream of revenue </a:t>
            </a:r>
          </a:p>
          <a:p>
            <a:pPr lvl="1"/>
            <a:r>
              <a:rPr lang="en-US" dirty="0"/>
              <a:t>Accounting practices that are occurring consistently</a:t>
            </a:r>
          </a:p>
          <a:p>
            <a:pPr lvl="1"/>
            <a:endParaRPr lang="en-US" dirty="0"/>
          </a:p>
          <a:p>
            <a:r>
              <a:rPr lang="en-US" dirty="0"/>
              <a:t>Table shows large repeating transactions:</a:t>
            </a:r>
          </a:p>
          <a:p>
            <a:pPr lvl="1"/>
            <a:r>
              <a:rPr lang="en-US" dirty="0"/>
              <a:t>Greater than $50,000</a:t>
            </a:r>
          </a:p>
          <a:p>
            <a:pPr lvl="1"/>
            <a:r>
              <a:rPr lang="en-US" dirty="0"/>
              <a:t>Frequency &gt; 1 </a:t>
            </a:r>
          </a:p>
          <a:p>
            <a:pPr lvl="1"/>
            <a:r>
              <a:rPr lang="en-US" dirty="0"/>
              <a:t>Label ‘other’ = not repeated</a:t>
            </a:r>
          </a:p>
          <a:p>
            <a:pPr lvl="1"/>
            <a:endParaRPr lang="en-US" dirty="0"/>
          </a:p>
          <a:p>
            <a:pPr marL="517525" lvl="1" indent="-285750"/>
            <a:r>
              <a:rPr lang="en-US" i="1" dirty="0"/>
              <a:t>Note: $83,359.94 occurred 57 times, which is</a:t>
            </a:r>
            <a:br>
              <a:rPr lang="en-US" i="1" dirty="0"/>
            </a:br>
            <a:r>
              <a:rPr lang="en-US" i="1" dirty="0"/>
              <a:t>approximately more than 14 times a year across 4 years</a:t>
            </a:r>
          </a:p>
        </p:txBody>
      </p:sp>
      <p:graphicFrame>
        <p:nvGraphicFramePr>
          <p:cNvPr id="8" name="Content Placeholder 7">
            <a:extLst>
              <a:ext uri="{FF2B5EF4-FFF2-40B4-BE49-F238E27FC236}">
                <a16:creationId xmlns:a16="http://schemas.microsoft.com/office/drawing/2014/main" id="{57E82B87-033B-FD99-69F2-B2C1D3F0F14F}"/>
              </a:ext>
            </a:extLst>
          </p:cNvPr>
          <p:cNvGraphicFramePr>
            <a:graphicFrameLocks noGrp="1"/>
          </p:cNvGraphicFramePr>
          <p:nvPr>
            <p:ph sz="quarter" idx="14"/>
            <p:extLst>
              <p:ext uri="{D42A27DB-BD31-4B8C-83A1-F6EECF244321}">
                <p14:modId xmlns:p14="http://schemas.microsoft.com/office/powerpoint/2010/main" val="144945716"/>
              </p:ext>
            </p:extLst>
          </p:nvPr>
        </p:nvGraphicFramePr>
        <p:xfrm>
          <a:off x="7696200" y="1847850"/>
          <a:ext cx="2743200" cy="365760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tblGrid>
              <a:tr h="0">
                <a:tc gridSpan="2">
                  <a:txBody>
                    <a:bodyPr/>
                    <a:lstStyle/>
                    <a:p>
                      <a:pPr algn="ctr"/>
                      <a:r>
                        <a:rPr dirty="0">
                          <a:solidFill>
                            <a:srgbClr val="000000"/>
                          </a:solidFill>
                        </a:rPr>
                        <a:t>Large Transactions by Frequency</a:t>
                      </a:r>
                    </a:p>
                  </a:txBody>
                  <a:tcPr>
                    <a:lnL w="12700" cmpd="sng">
                      <a:solidFill>
                        <a:srgbClr val="FFFFFF"/>
                      </a:solidFill>
                    </a:lnL>
                    <a:lnR w="38100" cmpd="sng">
                      <a:solidFill>
                        <a:srgbClr val="FFFFFF"/>
                      </a:solidFill>
                    </a:lnR>
                    <a:lnT w="12700" cmpd="sng">
                      <a:solidFill>
                        <a:srgbClr val="FFFFFF"/>
                      </a:solidFill>
                    </a:lnT>
                    <a:lnB w="12700" cmpd="sng">
                      <a:solidFill>
                        <a:srgbClr val="000000"/>
                      </a:solidFill>
                    </a:lnB>
                    <a:solidFill>
                      <a:srgbClr val="70AD47">
                        <a:alpha val="0"/>
                      </a:srgbClr>
                    </a:solidFill>
                  </a:tcPr>
                </a:tc>
                <a:tc hMerge="1">
                  <a:txBody>
                    <a:bodyPr/>
                    <a:lstStyle/>
                    <a:p>
                      <a:endParaRPr/>
                    </a:p>
                  </a:txBody>
                  <a:tcPr/>
                </a:tc>
                <a:extLst>
                  <a:ext uri="{0D108BD9-81ED-4DB2-BD59-A6C34878D82A}">
                    <a16:rowId xmlns:a16="http://schemas.microsoft.com/office/drawing/2014/main" val="10000"/>
                  </a:ext>
                </a:extLst>
              </a:tr>
              <a:tr h="228600">
                <a:tc>
                  <a:txBody>
                    <a:bodyPr/>
                    <a:lstStyle/>
                    <a:p>
                      <a:pPr algn="ctr"/>
                      <a:r>
                        <a:rPr sz="1200" b="1" dirty="0">
                          <a:solidFill>
                            <a:srgbClr val="000000"/>
                          </a:solidFill>
                        </a:rPr>
                        <a:t>Debit</a:t>
                      </a:r>
                    </a:p>
                  </a:txBody>
                  <a:tcPr>
                    <a:lnL w="12700" cmpd="sng">
                      <a:solidFill>
                        <a:srgbClr val="000000"/>
                      </a:solidFill>
                    </a:lnL>
                    <a:lnR w="12700" cmpd="sng">
                      <a:solidFill>
                        <a:srgbClr val="000000"/>
                      </a:solidFill>
                    </a:lnR>
                    <a:lnT w="12700" cmpd="sng">
                      <a:solidFill>
                        <a:srgbClr val="000000"/>
                      </a:solidFill>
                    </a:lnT>
                    <a:lnB w="38100" cmpd="sng">
                      <a:solidFill>
                        <a:srgbClr val="000000"/>
                      </a:solidFill>
                    </a:lnB>
                    <a:solidFill>
                      <a:srgbClr val="70AD47"/>
                    </a:solidFill>
                  </a:tcPr>
                </a:tc>
                <a:tc>
                  <a:txBody>
                    <a:bodyPr/>
                    <a:lstStyle/>
                    <a:p>
                      <a:pPr algn="ctr"/>
                      <a:r>
                        <a:rPr sz="1200" b="1" dirty="0">
                          <a:solidFill>
                            <a:srgbClr val="000000"/>
                          </a:solidFill>
                        </a:rPr>
                        <a:t>Freq</a:t>
                      </a:r>
                    </a:p>
                  </a:txBody>
                  <a:tcPr>
                    <a:lnL w="12700" cmpd="sng">
                      <a:solidFill>
                        <a:srgbClr val="000000"/>
                      </a:solidFill>
                    </a:lnL>
                    <a:lnR w="12700" cmpd="sng">
                      <a:solidFill>
                        <a:srgbClr val="000000"/>
                      </a:solidFill>
                    </a:lnR>
                    <a:lnT w="12700" cmpd="sng">
                      <a:solidFill>
                        <a:srgbClr val="000000"/>
                      </a:solidFill>
                    </a:lnT>
                    <a:lnB w="38100" cmpd="sng">
                      <a:solidFill>
                        <a:srgbClr val="000000"/>
                      </a:solidFill>
                    </a:lnB>
                    <a:solidFill>
                      <a:srgbClr val="70AD47"/>
                    </a:solidFill>
                  </a:tcPr>
                </a:tc>
                <a:extLst>
                  <a:ext uri="{0D108BD9-81ED-4DB2-BD59-A6C34878D82A}">
                    <a16:rowId xmlns:a16="http://schemas.microsoft.com/office/drawing/2014/main" val="10001"/>
                  </a:ext>
                </a:extLst>
              </a:tr>
              <a:tr h="228600">
                <a:tc>
                  <a:txBody>
                    <a:bodyPr/>
                    <a:lstStyle/>
                    <a:p>
                      <a:pPr algn="ctr"/>
                      <a:r>
                        <a:rPr sz="1200" dirty="0">
                          <a:solidFill>
                            <a:srgbClr val="000000"/>
                          </a:solidFill>
                        </a:rPr>
                        <a:t>$83,360</a:t>
                      </a:r>
                    </a:p>
                  </a:txBody>
                  <a:tcPr>
                    <a:lnL w="12700" cmpd="sng">
                      <a:solidFill>
                        <a:srgbClr val="000000"/>
                      </a:solidFill>
                    </a:lnL>
                    <a:lnR w="12700" cmpd="sng">
                      <a:solidFill>
                        <a:srgbClr val="000000"/>
                      </a:solidFill>
                    </a:lnR>
                    <a:lnT w="38100" cmpd="sng">
                      <a:solidFill>
                        <a:srgbClr val="000000"/>
                      </a:solidFill>
                    </a:lnT>
                    <a:lnB w="12700" cmpd="sng">
                      <a:solidFill>
                        <a:srgbClr val="000000"/>
                      </a:solidFill>
                    </a:lnB>
                    <a:solidFill>
                      <a:srgbClr val="EBF1E9"/>
                    </a:solidFill>
                  </a:tcPr>
                </a:tc>
                <a:tc>
                  <a:txBody>
                    <a:bodyPr/>
                    <a:lstStyle/>
                    <a:p>
                      <a:pPr algn="ctr"/>
                      <a:r>
                        <a:rPr sz="1200" dirty="0">
                          <a:solidFill>
                            <a:srgbClr val="000000"/>
                          </a:solidFill>
                        </a:rPr>
                        <a:t>57</a:t>
                      </a:r>
                    </a:p>
                  </a:txBody>
                  <a:tcPr>
                    <a:lnL w="12700" cmpd="sng">
                      <a:solidFill>
                        <a:srgbClr val="000000"/>
                      </a:solidFill>
                    </a:lnL>
                    <a:lnR w="12700" cmpd="sng">
                      <a:solidFill>
                        <a:srgbClr val="000000"/>
                      </a:solidFill>
                    </a:lnR>
                    <a:lnT w="38100" cmpd="sng">
                      <a:solidFill>
                        <a:srgbClr val="000000"/>
                      </a:solidFill>
                    </a:lnT>
                    <a:lnB w="12700" cmpd="sng">
                      <a:solidFill>
                        <a:srgbClr val="000000"/>
                      </a:solidFill>
                    </a:lnB>
                    <a:solidFill>
                      <a:srgbClr val="EBF1E9"/>
                    </a:solidFill>
                  </a:tcPr>
                </a:tc>
                <a:extLst>
                  <a:ext uri="{0D108BD9-81ED-4DB2-BD59-A6C34878D82A}">
                    <a16:rowId xmlns:a16="http://schemas.microsoft.com/office/drawing/2014/main" val="10002"/>
                  </a:ext>
                </a:extLst>
              </a:tr>
              <a:tr h="228600">
                <a:tc>
                  <a:txBody>
                    <a:bodyPr/>
                    <a:lstStyle/>
                    <a:p>
                      <a:pPr algn="ctr"/>
                      <a:r>
                        <a:rPr sz="1200">
                          <a:solidFill>
                            <a:srgbClr val="000000"/>
                          </a:solidFill>
                        </a:rPr>
                        <a:t>other</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31</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extLst>
                  <a:ext uri="{0D108BD9-81ED-4DB2-BD59-A6C34878D82A}">
                    <a16:rowId xmlns:a16="http://schemas.microsoft.com/office/drawing/2014/main" val="10003"/>
                  </a:ext>
                </a:extLst>
              </a:tr>
              <a:tr h="228600">
                <a:tc>
                  <a:txBody>
                    <a:bodyPr/>
                    <a:lstStyle/>
                    <a:p>
                      <a:pPr algn="ctr"/>
                      <a:r>
                        <a:rPr sz="1200">
                          <a:solidFill>
                            <a:srgbClr val="000000"/>
                          </a:solidFill>
                        </a:rPr>
                        <a:t>$84,194</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8</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extLst>
                  <a:ext uri="{0D108BD9-81ED-4DB2-BD59-A6C34878D82A}">
                    <a16:rowId xmlns:a16="http://schemas.microsoft.com/office/drawing/2014/main" val="10004"/>
                  </a:ext>
                </a:extLst>
              </a:tr>
              <a:tr h="228600">
                <a:tc>
                  <a:txBody>
                    <a:bodyPr/>
                    <a:lstStyle/>
                    <a:p>
                      <a:pPr algn="ctr"/>
                      <a:r>
                        <a:rPr sz="1200">
                          <a:solidFill>
                            <a:srgbClr val="000000"/>
                          </a:solidFill>
                        </a:rPr>
                        <a:t>$135,659</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7</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extLst>
                  <a:ext uri="{0D108BD9-81ED-4DB2-BD59-A6C34878D82A}">
                    <a16:rowId xmlns:a16="http://schemas.microsoft.com/office/drawing/2014/main" val="10005"/>
                  </a:ext>
                </a:extLst>
              </a:tr>
              <a:tr h="228600">
                <a:tc>
                  <a:txBody>
                    <a:bodyPr/>
                    <a:lstStyle/>
                    <a:p>
                      <a:pPr algn="ctr"/>
                      <a:r>
                        <a:rPr sz="1200">
                          <a:solidFill>
                            <a:srgbClr val="000000"/>
                          </a:solidFill>
                        </a:rPr>
                        <a:t>$84,050</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2</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extLst>
                  <a:ext uri="{0D108BD9-81ED-4DB2-BD59-A6C34878D82A}">
                    <a16:rowId xmlns:a16="http://schemas.microsoft.com/office/drawing/2014/main" val="10006"/>
                  </a:ext>
                </a:extLst>
              </a:tr>
              <a:tr h="228600">
                <a:tc>
                  <a:txBody>
                    <a:bodyPr/>
                    <a:lstStyle/>
                    <a:p>
                      <a:pPr algn="ctr"/>
                      <a:r>
                        <a:rPr sz="1200">
                          <a:solidFill>
                            <a:srgbClr val="000000"/>
                          </a:solidFill>
                        </a:rPr>
                        <a:t>$84,324</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2</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extLst>
                  <a:ext uri="{0D108BD9-81ED-4DB2-BD59-A6C34878D82A}">
                    <a16:rowId xmlns:a16="http://schemas.microsoft.com/office/drawing/2014/main" val="10007"/>
                  </a:ext>
                </a:extLst>
              </a:tr>
              <a:tr h="228600">
                <a:tc>
                  <a:txBody>
                    <a:bodyPr/>
                    <a:lstStyle/>
                    <a:p>
                      <a:pPr algn="ctr"/>
                      <a:r>
                        <a:rPr sz="1200">
                          <a:solidFill>
                            <a:srgbClr val="000000"/>
                          </a:solidFill>
                        </a:rPr>
                        <a:t>$84,603</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2</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extLst>
                  <a:ext uri="{0D108BD9-81ED-4DB2-BD59-A6C34878D82A}">
                    <a16:rowId xmlns:a16="http://schemas.microsoft.com/office/drawing/2014/main" val="10008"/>
                  </a:ext>
                </a:extLst>
              </a:tr>
              <a:tr h="228600">
                <a:tc>
                  <a:txBody>
                    <a:bodyPr/>
                    <a:lstStyle/>
                    <a:p>
                      <a:pPr algn="ctr"/>
                      <a:r>
                        <a:rPr sz="1200">
                          <a:solidFill>
                            <a:srgbClr val="000000"/>
                          </a:solidFill>
                        </a:rPr>
                        <a:t>$86,290</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2</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extLst>
                  <a:ext uri="{0D108BD9-81ED-4DB2-BD59-A6C34878D82A}">
                    <a16:rowId xmlns:a16="http://schemas.microsoft.com/office/drawing/2014/main" val="10009"/>
                  </a:ext>
                </a:extLst>
              </a:tr>
              <a:tr h="228600">
                <a:tc>
                  <a:txBody>
                    <a:bodyPr/>
                    <a:lstStyle/>
                    <a:p>
                      <a:pPr algn="ctr"/>
                      <a:r>
                        <a:rPr sz="1200">
                          <a:solidFill>
                            <a:srgbClr val="000000"/>
                          </a:solidFill>
                        </a:rPr>
                        <a:t>$91,054</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2</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extLst>
                  <a:ext uri="{0D108BD9-81ED-4DB2-BD59-A6C34878D82A}">
                    <a16:rowId xmlns:a16="http://schemas.microsoft.com/office/drawing/2014/main" val="10010"/>
                  </a:ext>
                </a:extLst>
              </a:tr>
              <a:tr h="228600">
                <a:tc>
                  <a:txBody>
                    <a:bodyPr/>
                    <a:lstStyle/>
                    <a:p>
                      <a:pPr algn="ctr"/>
                      <a:r>
                        <a:rPr sz="1200">
                          <a:solidFill>
                            <a:srgbClr val="000000"/>
                          </a:solidFill>
                        </a:rPr>
                        <a:t>$97,603</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dirty="0">
                          <a:solidFill>
                            <a:srgbClr val="000000"/>
                          </a:solidFill>
                        </a:rPr>
                        <a:t>2</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extLst>
                  <a:ext uri="{0D108BD9-81ED-4DB2-BD59-A6C34878D82A}">
                    <a16:rowId xmlns:a16="http://schemas.microsoft.com/office/drawing/2014/main" val="10011"/>
                  </a:ext>
                </a:extLst>
              </a:tr>
            </a:tbl>
          </a:graphicData>
        </a:graphic>
      </p:graphicFrame>
      <p:sp>
        <p:nvSpPr>
          <p:cNvPr id="7" name="Title 1">
            <a:extLst>
              <a:ext uri="{FF2B5EF4-FFF2-40B4-BE49-F238E27FC236}">
                <a16:creationId xmlns:a16="http://schemas.microsoft.com/office/drawing/2014/main" id="{ABF1F0D4-C632-2D25-58CF-EEC5C471F977}"/>
              </a:ext>
            </a:extLst>
          </p:cNvPr>
          <p:cNvSpPr>
            <a:spLocks noGrp="1"/>
          </p:cNvSpPr>
          <p:nvPr>
            <p:ph type="title"/>
          </p:nvPr>
        </p:nvSpPr>
        <p:spPr>
          <a:xfrm>
            <a:off x="838200" y="161080"/>
            <a:ext cx="10515600" cy="618172"/>
          </a:xfrm>
        </p:spPr>
        <p:txBody>
          <a:bodyPr/>
          <a:lstStyle/>
          <a:p>
            <a:r>
              <a:rPr lang="en-US" dirty="0"/>
              <a:t>EDA</a:t>
            </a:r>
          </a:p>
        </p:txBody>
      </p:sp>
      <p:sp>
        <p:nvSpPr>
          <p:cNvPr id="4" name="Text Placeholder 3">
            <a:extLst>
              <a:ext uri="{FF2B5EF4-FFF2-40B4-BE49-F238E27FC236}">
                <a16:creationId xmlns:a16="http://schemas.microsoft.com/office/drawing/2014/main" id="{8535FAAA-6A2D-D1E5-2091-D31BD80413BC}"/>
              </a:ext>
            </a:extLst>
          </p:cNvPr>
          <p:cNvSpPr>
            <a:spLocks noGrp="1"/>
          </p:cNvSpPr>
          <p:nvPr>
            <p:ph type="body" sz="quarter" idx="13"/>
          </p:nvPr>
        </p:nvSpPr>
        <p:spPr>
          <a:xfrm>
            <a:off x="838200" y="779252"/>
            <a:ext cx="10515600" cy="467232"/>
          </a:xfrm>
        </p:spPr>
        <p:txBody>
          <a:bodyPr/>
          <a:lstStyle/>
          <a:p>
            <a:r>
              <a:rPr lang="en-US" dirty="0"/>
              <a:t>Large Transactions by Frequency</a:t>
            </a:r>
          </a:p>
        </p:txBody>
      </p:sp>
    </p:spTree>
    <p:extLst>
      <p:ext uri="{BB962C8B-B14F-4D97-AF65-F5344CB8AC3E}">
        <p14:creationId xmlns:p14="http://schemas.microsoft.com/office/powerpoint/2010/main" val="7679834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Content Placeholder 19">
            <a:extLst>
              <a:ext uri="{FF2B5EF4-FFF2-40B4-BE49-F238E27FC236}">
                <a16:creationId xmlns:a16="http://schemas.microsoft.com/office/drawing/2014/main" id="{479A6B1A-660C-B6B1-880D-C418474625A7}"/>
              </a:ext>
            </a:extLst>
          </p:cNvPr>
          <p:cNvSpPr>
            <a:spLocks noGrp="1"/>
          </p:cNvSpPr>
          <p:nvPr>
            <p:ph idx="1"/>
          </p:nvPr>
        </p:nvSpPr>
        <p:spPr>
          <a:xfrm>
            <a:off x="838200" y="1848068"/>
            <a:ext cx="2243203" cy="4575495"/>
          </a:xfrm>
        </p:spPr>
        <p:txBody>
          <a:bodyPr>
            <a:noAutofit/>
          </a:bodyPr>
          <a:lstStyle/>
          <a:p>
            <a:r>
              <a:rPr lang="en-US" dirty="0"/>
              <a:t>Period 5, FY22:</a:t>
            </a:r>
          </a:p>
          <a:p>
            <a:pPr lvl="1"/>
            <a:r>
              <a:rPr lang="en-US" dirty="0"/>
              <a:t>Lack of large transactions at troughs</a:t>
            </a:r>
          </a:p>
          <a:p>
            <a:pPr lvl="1"/>
            <a:endParaRPr lang="en-US" dirty="0"/>
          </a:p>
          <a:p>
            <a:r>
              <a:rPr lang="en-US" dirty="0"/>
              <a:t>Period 6, FY22:</a:t>
            </a:r>
          </a:p>
          <a:p>
            <a:pPr lvl="1"/>
            <a:r>
              <a:rPr lang="en-US" dirty="0"/>
              <a:t>Increase in repeated transactions</a:t>
            </a:r>
          </a:p>
          <a:p>
            <a:pPr lvl="1"/>
            <a:endParaRPr lang="en-US" dirty="0"/>
          </a:p>
          <a:p>
            <a:pPr lvl="1"/>
            <a:endParaRPr lang="en-US" dirty="0"/>
          </a:p>
          <a:p>
            <a:pPr lvl="1"/>
            <a:r>
              <a:rPr lang="en-US" i="1" dirty="0"/>
              <a:t>Note: Sales revenue =  dashed red line</a:t>
            </a:r>
          </a:p>
          <a:p>
            <a:pPr lvl="1"/>
            <a:endParaRPr lang="en-US" dirty="0"/>
          </a:p>
        </p:txBody>
      </p:sp>
      <p:pic>
        <p:nvPicPr>
          <p:cNvPr id="6" name="Content Placeholder 5">
            <a:extLst>
              <a:ext uri="{FF2B5EF4-FFF2-40B4-BE49-F238E27FC236}">
                <a16:creationId xmlns:a16="http://schemas.microsoft.com/office/drawing/2014/main" id="{39D7A772-D97C-1895-2E3D-05A98997FB6E}"/>
              </a:ext>
            </a:extLst>
          </p:cNvPr>
          <p:cNvPicPr>
            <a:picLocks noGrp="1" noChangeAspect="1"/>
          </p:cNvPicPr>
          <p:nvPr>
            <p:ph sz="quarter" idx="14"/>
          </p:nvPr>
        </p:nvPicPr>
        <p:blipFill>
          <a:blip r:embed="rId3"/>
          <a:stretch>
            <a:fillRect/>
          </a:stretch>
        </p:blipFill>
        <p:spPr>
          <a:xfrm>
            <a:off x="3294063" y="2018163"/>
            <a:ext cx="8059737" cy="4234549"/>
          </a:xfrm>
        </p:spPr>
      </p:pic>
      <p:sp>
        <p:nvSpPr>
          <p:cNvPr id="2" name="Title 1">
            <a:extLst>
              <a:ext uri="{FF2B5EF4-FFF2-40B4-BE49-F238E27FC236}">
                <a16:creationId xmlns:a16="http://schemas.microsoft.com/office/drawing/2014/main" id="{73E8A680-07EF-D846-6851-1147E4C0D06A}"/>
              </a:ext>
            </a:extLst>
          </p:cNvPr>
          <p:cNvSpPr>
            <a:spLocks noGrp="1"/>
          </p:cNvSpPr>
          <p:nvPr>
            <p:ph type="title"/>
          </p:nvPr>
        </p:nvSpPr>
        <p:spPr>
          <a:xfrm>
            <a:off x="838200" y="161080"/>
            <a:ext cx="10515600" cy="618172"/>
          </a:xfrm>
        </p:spPr>
        <p:txBody>
          <a:bodyPr/>
          <a:lstStyle/>
          <a:p>
            <a:r>
              <a:rPr lang="en-US"/>
              <a:t>EDA</a:t>
            </a:r>
            <a:endParaRPr lang="en-US" dirty="0"/>
          </a:p>
        </p:txBody>
      </p:sp>
      <p:sp>
        <p:nvSpPr>
          <p:cNvPr id="3" name="Text Placeholder 2">
            <a:extLst>
              <a:ext uri="{FF2B5EF4-FFF2-40B4-BE49-F238E27FC236}">
                <a16:creationId xmlns:a16="http://schemas.microsoft.com/office/drawing/2014/main" id="{AEE30170-F918-41B7-E45A-3A59D2C5D6F7}"/>
              </a:ext>
            </a:extLst>
          </p:cNvPr>
          <p:cNvSpPr>
            <a:spLocks noGrp="1"/>
          </p:cNvSpPr>
          <p:nvPr>
            <p:ph type="body" sz="quarter" idx="13"/>
          </p:nvPr>
        </p:nvSpPr>
        <p:spPr>
          <a:xfrm>
            <a:off x="838200" y="779252"/>
            <a:ext cx="10515600" cy="467232"/>
          </a:xfrm>
        </p:spPr>
        <p:txBody>
          <a:bodyPr>
            <a:noAutofit/>
          </a:bodyPr>
          <a:lstStyle/>
          <a:p>
            <a:r>
              <a:rPr lang="en-US"/>
              <a:t>Large Transactions by Frequency</a:t>
            </a:r>
            <a:endParaRPr lang="en-US" dirty="0"/>
          </a:p>
        </p:txBody>
      </p:sp>
    </p:spTree>
    <p:extLst>
      <p:ext uri="{BB962C8B-B14F-4D97-AF65-F5344CB8AC3E}">
        <p14:creationId xmlns:p14="http://schemas.microsoft.com/office/powerpoint/2010/main" val="42471065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04BE32D9-6FB6-C99F-0C9E-961170220F3B}"/>
              </a:ext>
            </a:extLst>
          </p:cNvPr>
          <p:cNvSpPr>
            <a:spLocks noGrp="1"/>
          </p:cNvSpPr>
          <p:nvPr>
            <p:ph idx="1"/>
          </p:nvPr>
        </p:nvSpPr>
        <p:spPr>
          <a:xfrm>
            <a:off x="838200" y="1848068"/>
            <a:ext cx="2243203" cy="4575495"/>
          </a:xfrm>
        </p:spPr>
        <p:txBody>
          <a:bodyPr>
            <a:noAutofit/>
          </a:bodyPr>
          <a:lstStyle/>
          <a:p>
            <a:r>
              <a:rPr lang="en-US" dirty="0"/>
              <a:t>Transaction Count:</a:t>
            </a:r>
          </a:p>
          <a:p>
            <a:pPr lvl="1"/>
            <a:r>
              <a:rPr lang="en-US" dirty="0"/>
              <a:t>Max and min occurred in FY 2020</a:t>
            </a:r>
          </a:p>
          <a:p>
            <a:pPr lvl="1"/>
            <a:endParaRPr lang="en-US" dirty="0"/>
          </a:p>
          <a:p>
            <a:r>
              <a:rPr lang="en-US" dirty="0"/>
              <a:t>Transaction Sum:</a:t>
            </a:r>
          </a:p>
          <a:p>
            <a:pPr lvl="1"/>
            <a:r>
              <a:rPr lang="en-US" dirty="0"/>
              <a:t>Max (FY 2022)</a:t>
            </a:r>
          </a:p>
          <a:p>
            <a:pPr lvl="1"/>
            <a:r>
              <a:rPr lang="en-US" dirty="0"/>
              <a:t>Min (FY 2020)</a:t>
            </a:r>
          </a:p>
          <a:p>
            <a:pPr lvl="2"/>
            <a:r>
              <a:rPr lang="en-US" dirty="0"/>
              <a:t>Yearly Sum &lt; Others</a:t>
            </a:r>
          </a:p>
          <a:p>
            <a:pPr marL="9525" lvl="1" indent="0">
              <a:buNone/>
            </a:pPr>
            <a:endParaRPr lang="en-US" dirty="0"/>
          </a:p>
          <a:p>
            <a:pPr marL="9525" lvl="1" indent="0">
              <a:buNone/>
            </a:pPr>
            <a:endParaRPr lang="en-US" dirty="0"/>
          </a:p>
          <a:p>
            <a:pPr lvl="1"/>
            <a:r>
              <a:rPr lang="en-US" i="1" dirty="0"/>
              <a:t>Note: Pandemic began in Spring 2020</a:t>
            </a:r>
          </a:p>
        </p:txBody>
      </p:sp>
      <p:pic>
        <p:nvPicPr>
          <p:cNvPr id="10" name="Content Placeholder 9">
            <a:extLst>
              <a:ext uri="{FF2B5EF4-FFF2-40B4-BE49-F238E27FC236}">
                <a16:creationId xmlns:a16="http://schemas.microsoft.com/office/drawing/2014/main" id="{8C888A21-69C9-CAB2-872D-F36EF90964C8}"/>
              </a:ext>
            </a:extLst>
          </p:cNvPr>
          <p:cNvPicPr>
            <a:picLocks noGrp="1" noChangeAspect="1"/>
          </p:cNvPicPr>
          <p:nvPr>
            <p:ph sz="quarter" idx="14"/>
          </p:nvPr>
        </p:nvPicPr>
        <p:blipFill>
          <a:blip r:embed="rId3"/>
          <a:srcRect/>
          <a:stretch/>
        </p:blipFill>
        <p:spPr>
          <a:xfrm>
            <a:off x="3294063" y="1894542"/>
            <a:ext cx="8059737" cy="4481791"/>
          </a:xfrm>
        </p:spPr>
      </p:pic>
      <p:sp>
        <p:nvSpPr>
          <p:cNvPr id="11" name="Title 10">
            <a:extLst>
              <a:ext uri="{FF2B5EF4-FFF2-40B4-BE49-F238E27FC236}">
                <a16:creationId xmlns:a16="http://schemas.microsoft.com/office/drawing/2014/main" id="{39FCB1E7-8DA1-E877-2A69-27CF44FFB577}"/>
              </a:ext>
            </a:extLst>
          </p:cNvPr>
          <p:cNvSpPr>
            <a:spLocks noGrp="1"/>
          </p:cNvSpPr>
          <p:nvPr>
            <p:ph type="title"/>
          </p:nvPr>
        </p:nvSpPr>
        <p:spPr>
          <a:xfrm>
            <a:off x="838200" y="161080"/>
            <a:ext cx="10515600" cy="618172"/>
          </a:xfrm>
        </p:spPr>
        <p:txBody>
          <a:bodyPr/>
          <a:lstStyle/>
          <a:p>
            <a:r>
              <a:rPr lang="en-US" dirty="0"/>
              <a:t>EDA</a:t>
            </a:r>
          </a:p>
        </p:txBody>
      </p:sp>
      <p:sp>
        <p:nvSpPr>
          <p:cNvPr id="12" name="Text Placeholder 11">
            <a:extLst>
              <a:ext uri="{FF2B5EF4-FFF2-40B4-BE49-F238E27FC236}">
                <a16:creationId xmlns:a16="http://schemas.microsoft.com/office/drawing/2014/main" id="{3CAB807E-F776-BB35-AB4D-E39069366A18}"/>
              </a:ext>
            </a:extLst>
          </p:cNvPr>
          <p:cNvSpPr>
            <a:spLocks noGrp="1"/>
          </p:cNvSpPr>
          <p:nvPr>
            <p:ph type="body" sz="quarter" idx="13"/>
          </p:nvPr>
        </p:nvSpPr>
        <p:spPr>
          <a:xfrm>
            <a:off x="838200" y="779252"/>
            <a:ext cx="10515600" cy="467232"/>
          </a:xfrm>
        </p:spPr>
        <p:txBody>
          <a:bodyPr>
            <a:noAutofit/>
          </a:bodyPr>
          <a:lstStyle/>
          <a:p>
            <a:r>
              <a:rPr lang="en-US" dirty="0"/>
              <a:t>Covid Effects</a:t>
            </a:r>
          </a:p>
        </p:txBody>
      </p:sp>
    </p:spTree>
    <p:extLst>
      <p:ext uri="{BB962C8B-B14F-4D97-AF65-F5344CB8AC3E}">
        <p14:creationId xmlns:p14="http://schemas.microsoft.com/office/powerpoint/2010/main" val="3045020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Content Placeholder 8">
            <a:extLst>
              <a:ext uri="{FF2B5EF4-FFF2-40B4-BE49-F238E27FC236}">
                <a16:creationId xmlns:a16="http://schemas.microsoft.com/office/drawing/2014/main" id="{F6283F07-054E-0E5F-A4F4-434BEAAD2B3F}"/>
              </a:ext>
            </a:extLst>
          </p:cNvPr>
          <p:cNvGraphicFramePr>
            <a:graphicFrameLocks noGrp="1"/>
          </p:cNvGraphicFramePr>
          <p:nvPr>
            <p:ph sz="quarter" idx="20"/>
            <p:extLst>
              <p:ext uri="{D42A27DB-BD31-4B8C-83A1-F6EECF244321}">
                <p14:modId xmlns:p14="http://schemas.microsoft.com/office/powerpoint/2010/main" val="3744869654"/>
              </p:ext>
            </p:extLst>
          </p:nvPr>
        </p:nvGraphicFramePr>
        <p:xfrm>
          <a:off x="838200" y="1516063"/>
          <a:ext cx="10515600" cy="46974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8" name="Title 87">
            <a:extLst>
              <a:ext uri="{FF2B5EF4-FFF2-40B4-BE49-F238E27FC236}">
                <a16:creationId xmlns:a16="http://schemas.microsoft.com/office/drawing/2014/main" id="{90034965-3E3B-1528-9CC4-18785F20EE03}"/>
              </a:ext>
            </a:extLst>
          </p:cNvPr>
          <p:cNvSpPr>
            <a:spLocks noGrp="1"/>
          </p:cNvSpPr>
          <p:nvPr>
            <p:ph type="title"/>
          </p:nvPr>
        </p:nvSpPr>
        <p:spPr>
          <a:xfrm>
            <a:off x="838200" y="161080"/>
            <a:ext cx="10515600" cy="618172"/>
          </a:xfrm>
        </p:spPr>
        <p:txBody>
          <a:bodyPr/>
          <a:lstStyle/>
          <a:p>
            <a:r>
              <a:rPr lang="en-US" dirty="0"/>
              <a:t>Methods</a:t>
            </a:r>
          </a:p>
        </p:txBody>
      </p:sp>
      <p:sp>
        <p:nvSpPr>
          <p:cNvPr id="89" name="Text Placeholder 88">
            <a:extLst>
              <a:ext uri="{FF2B5EF4-FFF2-40B4-BE49-F238E27FC236}">
                <a16:creationId xmlns:a16="http://schemas.microsoft.com/office/drawing/2014/main" id="{B47DE2E2-F226-3275-B5D6-EEAE87EF0471}"/>
              </a:ext>
            </a:extLst>
          </p:cNvPr>
          <p:cNvSpPr>
            <a:spLocks noGrp="1"/>
          </p:cNvSpPr>
          <p:nvPr>
            <p:ph type="body" sz="quarter" idx="17"/>
          </p:nvPr>
        </p:nvSpPr>
        <p:spPr>
          <a:xfrm>
            <a:off x="838200" y="779252"/>
            <a:ext cx="10515600" cy="467232"/>
          </a:xfrm>
        </p:spPr>
        <p:txBody>
          <a:bodyPr/>
          <a:lstStyle/>
          <a:p>
            <a:r>
              <a:rPr lang="en-US" dirty="0"/>
              <a:t>Introduction</a:t>
            </a:r>
          </a:p>
        </p:txBody>
      </p:sp>
      <p:sp>
        <p:nvSpPr>
          <p:cNvPr id="13" name="Content Placeholder 12">
            <a:extLst>
              <a:ext uri="{FF2B5EF4-FFF2-40B4-BE49-F238E27FC236}">
                <a16:creationId xmlns:a16="http://schemas.microsoft.com/office/drawing/2014/main" id="{42A9AB5A-16B7-B5E1-1185-C8322904AB87}"/>
              </a:ext>
            </a:extLst>
          </p:cNvPr>
          <p:cNvSpPr>
            <a:spLocks noGrp="1"/>
          </p:cNvSpPr>
          <p:nvPr>
            <p:ph sz="quarter" idx="18"/>
          </p:nvPr>
        </p:nvSpPr>
        <p:spPr>
          <a:xfrm>
            <a:off x="838200" y="1515649"/>
            <a:ext cx="4122738" cy="4697826"/>
          </a:xfrm>
        </p:spPr>
        <p:txBody>
          <a:bodyPr>
            <a:normAutofit/>
          </a:bodyPr>
          <a:lstStyle/>
          <a:p>
            <a:r>
              <a:rPr lang="en-US" dirty="0"/>
              <a:t>Testing</a:t>
            </a:r>
            <a:br>
              <a:rPr lang="en-US" dirty="0"/>
            </a:br>
            <a:r>
              <a:rPr lang="en-US" dirty="0"/>
              <a:t> (Granger Causality):</a:t>
            </a:r>
          </a:p>
          <a:p>
            <a:pPr lvl="1"/>
            <a:r>
              <a:rPr lang="en-US" dirty="0"/>
              <a:t>Determines if there are significant relationships between past transactions (lags) </a:t>
            </a:r>
            <a:br>
              <a:rPr lang="en-US" dirty="0"/>
            </a:br>
            <a:r>
              <a:rPr lang="en-US" dirty="0"/>
              <a:t>and total transaction amount</a:t>
            </a:r>
          </a:p>
          <a:p>
            <a:pPr lvl="1"/>
            <a:r>
              <a:rPr lang="en-US" dirty="0"/>
              <a:t>Further discussion in Appendix C</a:t>
            </a:r>
          </a:p>
          <a:p>
            <a:endParaRPr lang="en-US" dirty="0"/>
          </a:p>
          <a:p>
            <a:r>
              <a:rPr lang="en-US" dirty="0"/>
              <a:t>Modelling </a:t>
            </a:r>
            <a:br>
              <a:rPr lang="en-US" dirty="0"/>
            </a:br>
            <a:r>
              <a:rPr lang="en-US" dirty="0"/>
              <a:t>(ARIMA, RandomForest, and GradientBoosting):</a:t>
            </a:r>
          </a:p>
          <a:p>
            <a:pPr lvl="1"/>
            <a:r>
              <a:rPr lang="en-US" dirty="0"/>
              <a:t>Feature selection</a:t>
            </a:r>
          </a:p>
          <a:p>
            <a:pPr lvl="1"/>
            <a:r>
              <a:rPr lang="en-US" dirty="0"/>
              <a:t>Feature prioritization</a:t>
            </a:r>
          </a:p>
          <a:p>
            <a:pPr lvl="1"/>
            <a:r>
              <a:rPr lang="en-US" dirty="0"/>
              <a:t>Variance prediction</a:t>
            </a:r>
          </a:p>
          <a:p>
            <a:pPr lvl="1"/>
            <a:r>
              <a:rPr lang="en-US" dirty="0"/>
              <a:t>Performance optimization</a:t>
            </a:r>
          </a:p>
        </p:txBody>
      </p:sp>
      <p:sp>
        <p:nvSpPr>
          <p:cNvPr id="19" name="Content Placeholder 18">
            <a:extLst>
              <a:ext uri="{FF2B5EF4-FFF2-40B4-BE49-F238E27FC236}">
                <a16:creationId xmlns:a16="http://schemas.microsoft.com/office/drawing/2014/main" id="{87A2B33A-0849-DC46-740A-B8138D899111}"/>
              </a:ext>
            </a:extLst>
          </p:cNvPr>
          <p:cNvSpPr>
            <a:spLocks noGrp="1"/>
          </p:cNvSpPr>
          <p:nvPr>
            <p:ph sz="quarter" idx="19"/>
          </p:nvPr>
        </p:nvSpPr>
        <p:spPr>
          <a:xfrm>
            <a:off x="7231064" y="1515649"/>
            <a:ext cx="4122738" cy="4697826"/>
          </a:xfrm>
        </p:spPr>
        <p:txBody>
          <a:bodyPr>
            <a:normAutofit/>
          </a:bodyPr>
          <a:lstStyle/>
          <a:p>
            <a:r>
              <a:rPr lang="en-US" dirty="0"/>
              <a:t>Clustering </a:t>
            </a:r>
            <a:br>
              <a:rPr lang="en-US" dirty="0"/>
            </a:br>
            <a:r>
              <a:rPr lang="en-US" dirty="0"/>
              <a:t>(PCA &amp; KMeans):</a:t>
            </a:r>
          </a:p>
          <a:p>
            <a:pPr lvl="1"/>
            <a:r>
              <a:rPr lang="en-US" dirty="0"/>
              <a:t>Aggregating data into groups with similar characteristics</a:t>
            </a:r>
          </a:p>
          <a:p>
            <a:pPr lvl="2"/>
            <a:r>
              <a:rPr lang="en-US" dirty="0"/>
              <a:t>PCA: similar variance</a:t>
            </a:r>
          </a:p>
          <a:p>
            <a:pPr lvl="2"/>
            <a:r>
              <a:rPr lang="en-US" dirty="0"/>
              <a:t>KMeans: similar data</a:t>
            </a:r>
          </a:p>
          <a:p>
            <a:pPr lvl="1"/>
            <a:r>
              <a:rPr lang="en-US" dirty="0"/>
              <a:t>Clustering works better than imputation</a:t>
            </a:r>
            <a:br>
              <a:rPr lang="en-US" dirty="0"/>
            </a:br>
            <a:r>
              <a:rPr lang="en-US" dirty="0"/>
              <a:t>for this dataset </a:t>
            </a:r>
          </a:p>
          <a:p>
            <a:pPr lvl="1"/>
            <a:endParaRPr lang="en-US" dirty="0"/>
          </a:p>
          <a:p>
            <a:r>
              <a:rPr lang="en-US" dirty="0"/>
              <a:t>Seasonal Decomposition:</a:t>
            </a:r>
          </a:p>
          <a:p>
            <a:pPr lvl="1"/>
            <a:r>
              <a:rPr lang="en-US" dirty="0"/>
              <a:t>Decomposes time series data into plots: </a:t>
            </a:r>
          </a:p>
          <a:p>
            <a:pPr lvl="2"/>
            <a:r>
              <a:rPr lang="en-US" dirty="0"/>
              <a:t>Trend</a:t>
            </a:r>
          </a:p>
          <a:p>
            <a:pPr lvl="2"/>
            <a:r>
              <a:rPr lang="en-US" dirty="0"/>
              <a:t>Seasonality</a:t>
            </a:r>
          </a:p>
          <a:p>
            <a:pPr lvl="2"/>
            <a:r>
              <a:rPr lang="en-US" dirty="0"/>
              <a:t>Residual</a:t>
            </a:r>
          </a:p>
          <a:p>
            <a:pPr lvl="1"/>
            <a:r>
              <a:rPr lang="en-US" dirty="0"/>
              <a:t>May help identify anomalies:</a:t>
            </a:r>
          </a:p>
          <a:p>
            <a:pPr lvl="2"/>
            <a:r>
              <a:rPr lang="en-US" dirty="0"/>
              <a:t>Inaccurate accounting</a:t>
            </a:r>
          </a:p>
          <a:p>
            <a:pPr lvl="2"/>
            <a:r>
              <a:rPr lang="en-US" dirty="0"/>
              <a:t>Lack of seasonality</a:t>
            </a:r>
          </a:p>
          <a:p>
            <a:pPr lvl="2"/>
            <a:r>
              <a:rPr lang="en-US" dirty="0"/>
              <a:t>Unexplained variation</a:t>
            </a:r>
          </a:p>
        </p:txBody>
      </p:sp>
    </p:spTree>
    <p:extLst>
      <p:ext uri="{BB962C8B-B14F-4D97-AF65-F5344CB8AC3E}">
        <p14:creationId xmlns:p14="http://schemas.microsoft.com/office/powerpoint/2010/main" val="36537497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Content Placeholder 16">
            <a:extLst>
              <a:ext uri="{FF2B5EF4-FFF2-40B4-BE49-F238E27FC236}">
                <a16:creationId xmlns:a16="http://schemas.microsoft.com/office/drawing/2014/main" id="{87777CDC-BC6E-1EBF-F49F-D14C64A03060}"/>
              </a:ext>
            </a:extLst>
          </p:cNvPr>
          <p:cNvPicPr>
            <a:picLocks noGrp="1" noChangeAspect="1"/>
          </p:cNvPicPr>
          <p:nvPr>
            <p:ph sz="quarter" idx="13"/>
          </p:nvPr>
        </p:nvPicPr>
        <p:blipFill>
          <a:blip r:embed="rId3"/>
          <a:stretch>
            <a:fillRect/>
          </a:stretch>
        </p:blipFill>
        <p:spPr>
          <a:xfrm>
            <a:off x="838200" y="1707982"/>
            <a:ext cx="8231188" cy="3222960"/>
          </a:xfrm>
        </p:spPr>
      </p:pic>
      <p:graphicFrame>
        <p:nvGraphicFramePr>
          <p:cNvPr id="12" name="Content Placeholder 11">
            <a:extLst>
              <a:ext uri="{FF2B5EF4-FFF2-40B4-BE49-F238E27FC236}">
                <a16:creationId xmlns:a16="http://schemas.microsoft.com/office/drawing/2014/main" id="{918CF1CF-C405-D7D5-9C3C-6934DDB9CF77}"/>
              </a:ext>
            </a:extLst>
          </p:cNvPr>
          <p:cNvGraphicFramePr>
            <a:graphicFrameLocks noGrp="1"/>
          </p:cNvGraphicFramePr>
          <p:nvPr>
            <p:ph sz="quarter" idx="14"/>
            <p:extLst>
              <p:ext uri="{D42A27DB-BD31-4B8C-83A1-F6EECF244321}">
                <p14:modId xmlns:p14="http://schemas.microsoft.com/office/powerpoint/2010/main" val="2614492873"/>
              </p:ext>
            </p:extLst>
          </p:nvPr>
        </p:nvGraphicFramePr>
        <p:xfrm>
          <a:off x="9302626" y="1965960"/>
          <a:ext cx="2030730" cy="1463040"/>
        </p:xfrm>
        <a:graphic>
          <a:graphicData uri="http://schemas.openxmlformats.org/drawingml/2006/table">
            <a:tbl>
              <a:tblPr firstRow="1" bandRow="1">
                <a:tableStyleId>{5C22544A-7EE6-4342-B048-85BDC9FD1C3A}</a:tableStyleId>
              </a:tblPr>
              <a:tblGrid>
                <a:gridCol w="1015365">
                  <a:extLst>
                    <a:ext uri="{9D8B030D-6E8A-4147-A177-3AD203B41FA5}">
                      <a16:colId xmlns:a16="http://schemas.microsoft.com/office/drawing/2014/main" val="20000"/>
                    </a:ext>
                  </a:extLst>
                </a:gridCol>
                <a:gridCol w="1015365">
                  <a:extLst>
                    <a:ext uri="{9D8B030D-6E8A-4147-A177-3AD203B41FA5}">
                      <a16:colId xmlns:a16="http://schemas.microsoft.com/office/drawing/2014/main" val="20001"/>
                    </a:ext>
                  </a:extLst>
                </a:gridCol>
              </a:tblGrid>
              <a:tr h="0">
                <a:tc gridSpan="2">
                  <a:txBody>
                    <a:bodyPr/>
                    <a:lstStyle/>
                    <a:p>
                      <a:pPr algn="ctr"/>
                      <a:r>
                        <a:rPr dirty="0">
                          <a:solidFill>
                            <a:srgbClr val="000000"/>
                          </a:solidFill>
                        </a:rPr>
                        <a:t>Desc1 T</a:t>
                      </a:r>
                      <a:r>
                        <a:rPr lang="en-US" dirty="0">
                          <a:solidFill>
                            <a:srgbClr val="000000"/>
                          </a:solidFill>
                        </a:rPr>
                        <a:t>-</a:t>
                      </a:r>
                      <a:r>
                        <a:rPr dirty="0">
                          <a:solidFill>
                            <a:srgbClr val="000000"/>
                          </a:solidFill>
                        </a:rPr>
                        <a:t>testing</a:t>
                      </a:r>
                    </a:p>
                  </a:txBody>
                  <a:tcPr>
                    <a:lnL w="12700" cmpd="sng">
                      <a:solidFill>
                        <a:srgbClr val="FFFFFF"/>
                      </a:solidFill>
                    </a:lnL>
                    <a:lnR w="38100" cmpd="sng">
                      <a:solidFill>
                        <a:srgbClr val="FFFFFF"/>
                      </a:solidFill>
                    </a:lnR>
                    <a:lnT w="12700" cmpd="sng">
                      <a:solidFill>
                        <a:srgbClr val="FFFFFF"/>
                      </a:solidFill>
                    </a:lnT>
                    <a:lnB w="12700" cmpd="sng">
                      <a:solidFill>
                        <a:srgbClr val="000000"/>
                      </a:solidFill>
                    </a:lnB>
                    <a:solidFill>
                      <a:srgbClr val="70AD47">
                        <a:alpha val="0"/>
                      </a:srgbClr>
                    </a:solidFill>
                  </a:tcPr>
                </a:tc>
                <a:tc hMerge="1">
                  <a:txBody>
                    <a:bodyPr/>
                    <a:lstStyle/>
                    <a:p>
                      <a:endParaRPr/>
                    </a:p>
                  </a:txBody>
                  <a:tcPr/>
                </a:tc>
                <a:extLst>
                  <a:ext uri="{0D108BD9-81ED-4DB2-BD59-A6C34878D82A}">
                    <a16:rowId xmlns:a16="http://schemas.microsoft.com/office/drawing/2014/main" val="10000"/>
                  </a:ext>
                </a:extLst>
              </a:tr>
              <a:tr h="228600">
                <a:tc>
                  <a:txBody>
                    <a:bodyPr/>
                    <a:lstStyle/>
                    <a:p>
                      <a:pPr algn="ctr"/>
                      <a:r>
                        <a:rPr sz="1200" b="1" dirty="0">
                          <a:solidFill>
                            <a:srgbClr val="000000"/>
                          </a:solidFill>
                        </a:rPr>
                        <a:t>Test</a:t>
                      </a:r>
                    </a:p>
                  </a:txBody>
                  <a:tcPr>
                    <a:lnL w="12700" cmpd="sng">
                      <a:solidFill>
                        <a:srgbClr val="000000"/>
                      </a:solidFill>
                    </a:lnL>
                    <a:lnR w="12700" cmpd="sng">
                      <a:solidFill>
                        <a:srgbClr val="000000"/>
                      </a:solidFill>
                    </a:lnR>
                    <a:lnT w="12700" cmpd="sng">
                      <a:solidFill>
                        <a:srgbClr val="000000"/>
                      </a:solidFill>
                    </a:lnT>
                    <a:lnB w="38100" cmpd="sng">
                      <a:solidFill>
                        <a:srgbClr val="000000"/>
                      </a:solidFill>
                    </a:lnB>
                    <a:solidFill>
                      <a:srgbClr val="70AD47"/>
                    </a:solidFill>
                  </a:tcPr>
                </a:tc>
                <a:tc>
                  <a:txBody>
                    <a:bodyPr/>
                    <a:lstStyle/>
                    <a:p>
                      <a:pPr algn="ctr"/>
                      <a:r>
                        <a:rPr sz="1200" b="1" dirty="0">
                          <a:solidFill>
                            <a:srgbClr val="000000"/>
                          </a:solidFill>
                        </a:rPr>
                        <a:t>P-Value</a:t>
                      </a:r>
                    </a:p>
                  </a:txBody>
                  <a:tcPr>
                    <a:lnL w="12700" cmpd="sng">
                      <a:solidFill>
                        <a:srgbClr val="000000"/>
                      </a:solidFill>
                    </a:lnL>
                    <a:lnR w="12700" cmpd="sng">
                      <a:solidFill>
                        <a:srgbClr val="000000"/>
                      </a:solidFill>
                    </a:lnR>
                    <a:lnT w="12700" cmpd="sng">
                      <a:solidFill>
                        <a:srgbClr val="000000"/>
                      </a:solidFill>
                    </a:lnT>
                    <a:lnB w="38100" cmpd="sng">
                      <a:solidFill>
                        <a:srgbClr val="000000"/>
                      </a:solidFill>
                    </a:lnB>
                    <a:solidFill>
                      <a:srgbClr val="70AD47"/>
                    </a:solidFill>
                  </a:tcPr>
                </a:tc>
                <a:extLst>
                  <a:ext uri="{0D108BD9-81ED-4DB2-BD59-A6C34878D82A}">
                    <a16:rowId xmlns:a16="http://schemas.microsoft.com/office/drawing/2014/main" val="10001"/>
                  </a:ext>
                </a:extLst>
              </a:tr>
              <a:tr h="228600">
                <a:tc>
                  <a:txBody>
                    <a:bodyPr/>
                    <a:lstStyle/>
                    <a:p>
                      <a:pPr algn="ctr"/>
                      <a:r>
                        <a:rPr sz="1200">
                          <a:solidFill>
                            <a:srgbClr val="000000"/>
                          </a:solidFill>
                        </a:rPr>
                        <a:t>no_EM</a:t>
                      </a:r>
                    </a:p>
                  </a:txBody>
                  <a:tcPr>
                    <a:lnL w="12700" cmpd="sng">
                      <a:solidFill>
                        <a:srgbClr val="000000"/>
                      </a:solidFill>
                    </a:lnL>
                    <a:lnR w="12700" cmpd="sng">
                      <a:solidFill>
                        <a:srgbClr val="000000"/>
                      </a:solidFill>
                    </a:lnR>
                    <a:lnT w="381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0.43</a:t>
                      </a:r>
                    </a:p>
                  </a:txBody>
                  <a:tcPr>
                    <a:lnL w="12700" cmpd="sng">
                      <a:solidFill>
                        <a:srgbClr val="000000"/>
                      </a:solidFill>
                    </a:lnL>
                    <a:lnR w="12700" cmpd="sng">
                      <a:solidFill>
                        <a:srgbClr val="000000"/>
                      </a:solidFill>
                    </a:lnR>
                    <a:lnT w="38100" cmpd="sng">
                      <a:solidFill>
                        <a:srgbClr val="000000"/>
                      </a:solidFill>
                    </a:lnT>
                    <a:lnB w="12700" cmpd="sng">
                      <a:solidFill>
                        <a:srgbClr val="000000"/>
                      </a:solidFill>
                    </a:lnB>
                    <a:solidFill>
                      <a:srgbClr val="EBF1E9"/>
                    </a:solidFill>
                  </a:tcPr>
                </a:tc>
                <a:extLst>
                  <a:ext uri="{0D108BD9-81ED-4DB2-BD59-A6C34878D82A}">
                    <a16:rowId xmlns:a16="http://schemas.microsoft.com/office/drawing/2014/main" val="10002"/>
                  </a:ext>
                </a:extLst>
              </a:tr>
              <a:tr h="228600">
                <a:tc>
                  <a:txBody>
                    <a:bodyPr/>
                    <a:lstStyle/>
                    <a:p>
                      <a:pPr algn="ctr"/>
                      <a:r>
                        <a:rPr sz="1200">
                          <a:solidFill>
                            <a:srgbClr val="000000"/>
                          </a:solidFill>
                        </a:rPr>
                        <a:t>no_BK</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0.05</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extLst>
                  <a:ext uri="{0D108BD9-81ED-4DB2-BD59-A6C34878D82A}">
                    <a16:rowId xmlns:a16="http://schemas.microsoft.com/office/drawing/2014/main" val="10003"/>
                  </a:ext>
                </a:extLst>
              </a:tr>
              <a:tr h="228600">
                <a:tc>
                  <a:txBody>
                    <a:bodyPr/>
                    <a:lstStyle/>
                    <a:p>
                      <a:pPr algn="ctr"/>
                      <a:r>
                        <a:rPr sz="1200" dirty="0" err="1">
                          <a:solidFill>
                            <a:srgbClr val="000000"/>
                          </a:solidFill>
                        </a:rPr>
                        <a:t>no_CB</a:t>
                      </a:r>
                      <a:endParaRPr sz="1200" dirty="0">
                        <a:solidFill>
                          <a:srgbClr val="000000"/>
                        </a:solidFill>
                      </a:endParaRP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dirty="0">
                          <a:solidFill>
                            <a:srgbClr val="000000"/>
                          </a:solidFill>
                        </a:rPr>
                        <a:t>0.0</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extLst>
                  <a:ext uri="{0D108BD9-81ED-4DB2-BD59-A6C34878D82A}">
                    <a16:rowId xmlns:a16="http://schemas.microsoft.com/office/drawing/2014/main" val="10004"/>
                  </a:ext>
                </a:extLst>
              </a:tr>
            </a:tbl>
          </a:graphicData>
        </a:graphic>
      </p:graphicFrame>
      <p:sp>
        <p:nvSpPr>
          <p:cNvPr id="49" name="Content Placeholder 48">
            <a:extLst>
              <a:ext uri="{FF2B5EF4-FFF2-40B4-BE49-F238E27FC236}">
                <a16:creationId xmlns:a16="http://schemas.microsoft.com/office/drawing/2014/main" id="{C9B71987-EFBC-E91F-1D17-7531298099D2}"/>
              </a:ext>
            </a:extLst>
          </p:cNvPr>
          <p:cNvSpPr>
            <a:spLocks noGrp="1"/>
          </p:cNvSpPr>
          <p:nvPr>
            <p:ph sz="quarter" idx="15"/>
          </p:nvPr>
        </p:nvSpPr>
        <p:spPr>
          <a:xfrm>
            <a:off x="9194800" y="3780395"/>
            <a:ext cx="2159000" cy="1102702"/>
          </a:xfrm>
        </p:spPr>
        <p:txBody>
          <a:bodyPr/>
          <a:lstStyle/>
          <a:p>
            <a:r>
              <a:rPr lang="en-US" i="1" dirty="0"/>
              <a:t>Note: Table results compare transaction amount vs. transaction amount (w/o Desc1)</a:t>
            </a:r>
          </a:p>
        </p:txBody>
      </p:sp>
      <p:sp>
        <p:nvSpPr>
          <p:cNvPr id="8" name="Content Placeholder 7">
            <a:extLst>
              <a:ext uri="{FF2B5EF4-FFF2-40B4-BE49-F238E27FC236}">
                <a16:creationId xmlns:a16="http://schemas.microsoft.com/office/drawing/2014/main" id="{DD719847-BE52-42E8-4BCB-3561D05B3D11}"/>
              </a:ext>
            </a:extLst>
          </p:cNvPr>
          <p:cNvSpPr>
            <a:spLocks noGrp="1"/>
          </p:cNvSpPr>
          <p:nvPr>
            <p:ph sz="quarter" idx="16"/>
          </p:nvPr>
        </p:nvSpPr>
        <p:spPr>
          <a:xfrm>
            <a:off x="838200" y="5222875"/>
            <a:ext cx="8230644" cy="1270000"/>
          </a:xfrm>
        </p:spPr>
        <p:txBody>
          <a:bodyPr>
            <a:normAutofit/>
          </a:bodyPr>
          <a:lstStyle/>
          <a:p>
            <a:pPr lvl="1"/>
            <a:r>
              <a:rPr lang="en-US" dirty="0"/>
              <a:t>Desc1 “CB” shows the greatest variation by approximately a factor of 6 compared to the average variation of all Desc1s</a:t>
            </a:r>
          </a:p>
          <a:p>
            <a:pPr lvl="1"/>
            <a:endParaRPr lang="en-US" dirty="0"/>
          </a:p>
          <a:p>
            <a:pPr lvl="1"/>
            <a:endParaRPr lang="en-US" dirty="0"/>
          </a:p>
        </p:txBody>
      </p:sp>
      <p:sp>
        <p:nvSpPr>
          <p:cNvPr id="21" name="Title 20">
            <a:extLst>
              <a:ext uri="{FF2B5EF4-FFF2-40B4-BE49-F238E27FC236}">
                <a16:creationId xmlns:a16="http://schemas.microsoft.com/office/drawing/2014/main" id="{C5D3A68B-9A04-440E-4B8E-42D4A95361C6}"/>
              </a:ext>
            </a:extLst>
          </p:cNvPr>
          <p:cNvSpPr>
            <a:spLocks noGrp="1"/>
          </p:cNvSpPr>
          <p:nvPr>
            <p:ph type="title"/>
          </p:nvPr>
        </p:nvSpPr>
        <p:spPr>
          <a:xfrm>
            <a:off x="838200" y="161080"/>
            <a:ext cx="10515600" cy="618172"/>
          </a:xfrm>
        </p:spPr>
        <p:txBody>
          <a:bodyPr/>
          <a:lstStyle/>
          <a:p>
            <a:r>
              <a:rPr lang="en-US" dirty="0"/>
              <a:t>Methods</a:t>
            </a:r>
          </a:p>
        </p:txBody>
      </p:sp>
      <p:sp>
        <p:nvSpPr>
          <p:cNvPr id="22" name="Text Placeholder 21">
            <a:extLst>
              <a:ext uri="{FF2B5EF4-FFF2-40B4-BE49-F238E27FC236}">
                <a16:creationId xmlns:a16="http://schemas.microsoft.com/office/drawing/2014/main" id="{F1E822DD-CDEE-193E-F8E5-41B67FFCFFE0}"/>
              </a:ext>
            </a:extLst>
          </p:cNvPr>
          <p:cNvSpPr>
            <a:spLocks noGrp="1"/>
          </p:cNvSpPr>
          <p:nvPr>
            <p:ph type="body" sz="quarter" idx="17"/>
          </p:nvPr>
        </p:nvSpPr>
        <p:spPr>
          <a:xfrm>
            <a:off x="838200" y="779252"/>
            <a:ext cx="10515600" cy="467232"/>
          </a:xfrm>
        </p:spPr>
        <p:txBody>
          <a:bodyPr/>
          <a:lstStyle/>
          <a:p>
            <a:r>
              <a:rPr lang="en-US" dirty="0"/>
              <a:t>PCA (Desc1)</a:t>
            </a:r>
          </a:p>
        </p:txBody>
      </p:sp>
    </p:spTree>
    <p:extLst>
      <p:ext uri="{BB962C8B-B14F-4D97-AF65-F5344CB8AC3E}">
        <p14:creationId xmlns:p14="http://schemas.microsoft.com/office/powerpoint/2010/main" val="18386290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87D6DB71-F834-9790-44D8-2A8D19336DAC}"/>
              </a:ext>
            </a:extLst>
          </p:cNvPr>
          <p:cNvPicPr>
            <a:picLocks noGrp="1" noChangeAspect="1"/>
          </p:cNvPicPr>
          <p:nvPr>
            <p:ph sz="quarter" idx="13"/>
          </p:nvPr>
        </p:nvPicPr>
        <p:blipFill>
          <a:blip r:embed="rId3"/>
          <a:stretch>
            <a:fillRect/>
          </a:stretch>
        </p:blipFill>
        <p:spPr>
          <a:xfrm>
            <a:off x="838200" y="1727839"/>
            <a:ext cx="8231188" cy="3183246"/>
          </a:xfrm>
        </p:spPr>
      </p:pic>
      <p:graphicFrame>
        <p:nvGraphicFramePr>
          <p:cNvPr id="9" name="Content Placeholder 8">
            <a:extLst>
              <a:ext uri="{FF2B5EF4-FFF2-40B4-BE49-F238E27FC236}">
                <a16:creationId xmlns:a16="http://schemas.microsoft.com/office/drawing/2014/main" id="{875122BA-255B-D8C1-B949-680E4C1C1C72}"/>
              </a:ext>
            </a:extLst>
          </p:cNvPr>
          <p:cNvGraphicFramePr>
            <a:graphicFrameLocks noGrp="1"/>
          </p:cNvGraphicFramePr>
          <p:nvPr>
            <p:ph sz="quarter" idx="14"/>
            <p:extLst>
              <p:ext uri="{D42A27DB-BD31-4B8C-83A1-F6EECF244321}">
                <p14:modId xmlns:p14="http://schemas.microsoft.com/office/powerpoint/2010/main" val="441953299"/>
              </p:ext>
            </p:extLst>
          </p:nvPr>
        </p:nvGraphicFramePr>
        <p:xfrm>
          <a:off x="9296400" y="1965960"/>
          <a:ext cx="2057400" cy="1463040"/>
        </p:xfrm>
        <a:graphic>
          <a:graphicData uri="http://schemas.openxmlformats.org/drawingml/2006/table">
            <a:tbl>
              <a:tblPr firstRow="1" bandRow="1">
                <a:tableStyleId>{5C22544A-7EE6-4342-B048-85BDC9FD1C3A}</a:tableStyleId>
              </a:tblPr>
              <a:tblGrid>
                <a:gridCol w="1028700">
                  <a:extLst>
                    <a:ext uri="{9D8B030D-6E8A-4147-A177-3AD203B41FA5}">
                      <a16:colId xmlns:a16="http://schemas.microsoft.com/office/drawing/2014/main" val="20000"/>
                    </a:ext>
                  </a:extLst>
                </a:gridCol>
                <a:gridCol w="1028700">
                  <a:extLst>
                    <a:ext uri="{9D8B030D-6E8A-4147-A177-3AD203B41FA5}">
                      <a16:colId xmlns:a16="http://schemas.microsoft.com/office/drawing/2014/main" val="20001"/>
                    </a:ext>
                  </a:extLst>
                </a:gridCol>
              </a:tblGrid>
              <a:tr h="0">
                <a:tc gridSpan="2">
                  <a:txBody>
                    <a:bodyPr/>
                    <a:lstStyle/>
                    <a:p>
                      <a:pPr algn="ctr"/>
                      <a:r>
                        <a:rPr dirty="0">
                          <a:solidFill>
                            <a:srgbClr val="000000"/>
                          </a:solidFill>
                        </a:rPr>
                        <a:t>Account T</a:t>
                      </a:r>
                      <a:r>
                        <a:rPr lang="en-US" dirty="0">
                          <a:solidFill>
                            <a:srgbClr val="000000"/>
                          </a:solidFill>
                        </a:rPr>
                        <a:t>-</a:t>
                      </a:r>
                      <a:r>
                        <a:rPr dirty="0">
                          <a:solidFill>
                            <a:srgbClr val="000000"/>
                          </a:solidFill>
                        </a:rPr>
                        <a:t>testing</a:t>
                      </a:r>
                    </a:p>
                  </a:txBody>
                  <a:tcPr>
                    <a:lnL w="12700" cmpd="sng">
                      <a:solidFill>
                        <a:srgbClr val="FFFFFF"/>
                      </a:solidFill>
                    </a:lnL>
                    <a:lnR w="38100" cmpd="sng">
                      <a:solidFill>
                        <a:srgbClr val="FFFFFF"/>
                      </a:solidFill>
                    </a:lnR>
                    <a:lnT w="12700" cmpd="sng">
                      <a:solidFill>
                        <a:srgbClr val="FFFFFF"/>
                      </a:solidFill>
                    </a:lnT>
                    <a:lnB w="12700" cmpd="sng">
                      <a:solidFill>
                        <a:srgbClr val="000000"/>
                      </a:solidFill>
                    </a:lnB>
                    <a:solidFill>
                      <a:srgbClr val="70AD47">
                        <a:alpha val="0"/>
                      </a:srgbClr>
                    </a:solidFill>
                  </a:tcPr>
                </a:tc>
                <a:tc hMerge="1">
                  <a:txBody>
                    <a:bodyPr/>
                    <a:lstStyle/>
                    <a:p>
                      <a:endParaRPr/>
                    </a:p>
                  </a:txBody>
                  <a:tcPr/>
                </a:tc>
                <a:extLst>
                  <a:ext uri="{0D108BD9-81ED-4DB2-BD59-A6C34878D82A}">
                    <a16:rowId xmlns:a16="http://schemas.microsoft.com/office/drawing/2014/main" val="10000"/>
                  </a:ext>
                </a:extLst>
              </a:tr>
              <a:tr h="228600">
                <a:tc>
                  <a:txBody>
                    <a:bodyPr/>
                    <a:lstStyle/>
                    <a:p>
                      <a:pPr algn="ctr"/>
                      <a:r>
                        <a:rPr sz="1200" b="1" dirty="0">
                          <a:solidFill>
                            <a:srgbClr val="000000"/>
                          </a:solidFill>
                        </a:rPr>
                        <a:t>Test</a:t>
                      </a:r>
                    </a:p>
                  </a:txBody>
                  <a:tcPr>
                    <a:lnL w="12700" cmpd="sng">
                      <a:solidFill>
                        <a:srgbClr val="000000"/>
                      </a:solidFill>
                    </a:lnL>
                    <a:lnR w="12700" cmpd="sng">
                      <a:solidFill>
                        <a:srgbClr val="000000"/>
                      </a:solidFill>
                    </a:lnR>
                    <a:lnT w="12700" cmpd="sng">
                      <a:solidFill>
                        <a:srgbClr val="000000"/>
                      </a:solidFill>
                    </a:lnT>
                    <a:lnB w="38100" cmpd="sng">
                      <a:solidFill>
                        <a:srgbClr val="000000"/>
                      </a:solidFill>
                    </a:lnB>
                    <a:solidFill>
                      <a:srgbClr val="70AD47"/>
                    </a:solidFill>
                  </a:tcPr>
                </a:tc>
                <a:tc>
                  <a:txBody>
                    <a:bodyPr/>
                    <a:lstStyle/>
                    <a:p>
                      <a:pPr algn="ctr"/>
                      <a:r>
                        <a:rPr sz="1200" b="1" dirty="0">
                          <a:solidFill>
                            <a:srgbClr val="000000"/>
                          </a:solidFill>
                        </a:rPr>
                        <a:t>P-Value</a:t>
                      </a:r>
                    </a:p>
                  </a:txBody>
                  <a:tcPr>
                    <a:lnL w="12700" cmpd="sng">
                      <a:solidFill>
                        <a:srgbClr val="000000"/>
                      </a:solidFill>
                    </a:lnL>
                    <a:lnR w="12700" cmpd="sng">
                      <a:solidFill>
                        <a:srgbClr val="000000"/>
                      </a:solidFill>
                    </a:lnR>
                    <a:lnT w="12700" cmpd="sng">
                      <a:solidFill>
                        <a:srgbClr val="000000"/>
                      </a:solidFill>
                    </a:lnT>
                    <a:lnB w="38100" cmpd="sng">
                      <a:solidFill>
                        <a:srgbClr val="000000"/>
                      </a:solidFill>
                    </a:lnB>
                    <a:solidFill>
                      <a:srgbClr val="70AD47"/>
                    </a:solidFill>
                  </a:tcPr>
                </a:tc>
                <a:extLst>
                  <a:ext uri="{0D108BD9-81ED-4DB2-BD59-A6C34878D82A}">
                    <a16:rowId xmlns:a16="http://schemas.microsoft.com/office/drawing/2014/main" val="10001"/>
                  </a:ext>
                </a:extLst>
              </a:tr>
              <a:tr h="228600">
                <a:tc>
                  <a:txBody>
                    <a:bodyPr/>
                    <a:lstStyle/>
                    <a:p>
                      <a:pPr algn="ctr"/>
                      <a:r>
                        <a:rPr sz="1200" dirty="0">
                          <a:solidFill>
                            <a:srgbClr val="000000"/>
                          </a:solidFill>
                        </a:rPr>
                        <a:t>no_Acct2</a:t>
                      </a:r>
                    </a:p>
                  </a:txBody>
                  <a:tcPr>
                    <a:lnL w="12700" cmpd="sng">
                      <a:solidFill>
                        <a:srgbClr val="000000"/>
                      </a:solidFill>
                    </a:lnL>
                    <a:lnR w="12700" cmpd="sng">
                      <a:solidFill>
                        <a:srgbClr val="000000"/>
                      </a:solidFill>
                    </a:lnR>
                    <a:lnT w="381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0.03</a:t>
                      </a:r>
                    </a:p>
                  </a:txBody>
                  <a:tcPr>
                    <a:lnL w="12700" cmpd="sng">
                      <a:solidFill>
                        <a:srgbClr val="000000"/>
                      </a:solidFill>
                    </a:lnL>
                    <a:lnR w="12700" cmpd="sng">
                      <a:solidFill>
                        <a:srgbClr val="000000"/>
                      </a:solidFill>
                    </a:lnR>
                    <a:lnT w="38100" cmpd="sng">
                      <a:solidFill>
                        <a:srgbClr val="000000"/>
                      </a:solidFill>
                    </a:lnT>
                    <a:lnB w="12700" cmpd="sng">
                      <a:solidFill>
                        <a:srgbClr val="000000"/>
                      </a:solidFill>
                    </a:lnB>
                    <a:solidFill>
                      <a:srgbClr val="EBF1E9"/>
                    </a:solidFill>
                  </a:tcPr>
                </a:tc>
                <a:extLst>
                  <a:ext uri="{0D108BD9-81ED-4DB2-BD59-A6C34878D82A}">
                    <a16:rowId xmlns:a16="http://schemas.microsoft.com/office/drawing/2014/main" val="10002"/>
                  </a:ext>
                </a:extLst>
              </a:tr>
              <a:tr h="228600">
                <a:tc>
                  <a:txBody>
                    <a:bodyPr/>
                    <a:lstStyle/>
                    <a:p>
                      <a:pPr algn="ctr"/>
                      <a:r>
                        <a:rPr sz="1200">
                          <a:solidFill>
                            <a:srgbClr val="000000"/>
                          </a:solidFill>
                        </a:rPr>
                        <a:t>no_Acct5</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0.0</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extLst>
                  <a:ext uri="{0D108BD9-81ED-4DB2-BD59-A6C34878D82A}">
                    <a16:rowId xmlns:a16="http://schemas.microsoft.com/office/drawing/2014/main" val="10003"/>
                  </a:ext>
                </a:extLst>
              </a:tr>
              <a:tr h="228600">
                <a:tc>
                  <a:txBody>
                    <a:bodyPr/>
                    <a:lstStyle/>
                    <a:p>
                      <a:pPr algn="ctr"/>
                      <a:r>
                        <a:rPr sz="1200">
                          <a:solidFill>
                            <a:srgbClr val="000000"/>
                          </a:solidFill>
                        </a:rPr>
                        <a:t>no_Acct4</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dirty="0">
                          <a:solidFill>
                            <a:srgbClr val="000000"/>
                          </a:solidFill>
                        </a:rPr>
                        <a:t>0.0</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extLst>
                  <a:ext uri="{0D108BD9-81ED-4DB2-BD59-A6C34878D82A}">
                    <a16:rowId xmlns:a16="http://schemas.microsoft.com/office/drawing/2014/main" val="10004"/>
                  </a:ext>
                </a:extLst>
              </a:tr>
            </a:tbl>
          </a:graphicData>
        </a:graphic>
      </p:graphicFrame>
      <p:sp>
        <p:nvSpPr>
          <p:cNvPr id="7" name="Content Placeholder 6">
            <a:extLst>
              <a:ext uri="{FF2B5EF4-FFF2-40B4-BE49-F238E27FC236}">
                <a16:creationId xmlns:a16="http://schemas.microsoft.com/office/drawing/2014/main" id="{4FF6F539-F3DE-9348-B6DA-13807504330F}"/>
              </a:ext>
            </a:extLst>
          </p:cNvPr>
          <p:cNvSpPr>
            <a:spLocks noGrp="1"/>
          </p:cNvSpPr>
          <p:nvPr>
            <p:ph sz="quarter" idx="15"/>
          </p:nvPr>
        </p:nvSpPr>
        <p:spPr>
          <a:xfrm>
            <a:off x="9194800" y="3780395"/>
            <a:ext cx="2159000" cy="1102702"/>
          </a:xfrm>
        </p:spPr>
        <p:txBody>
          <a:bodyPr/>
          <a:lstStyle/>
          <a:p>
            <a:r>
              <a:rPr lang="en-US" i="1" dirty="0"/>
              <a:t>Note: Table results compare transaction amount vs. transaction amount (w/o Account)</a:t>
            </a:r>
          </a:p>
        </p:txBody>
      </p:sp>
      <p:sp>
        <p:nvSpPr>
          <p:cNvPr id="8" name="Content Placeholder 7">
            <a:extLst>
              <a:ext uri="{FF2B5EF4-FFF2-40B4-BE49-F238E27FC236}">
                <a16:creationId xmlns:a16="http://schemas.microsoft.com/office/drawing/2014/main" id="{E1C5FD88-F345-6B2E-A296-CDB4314F14BB}"/>
              </a:ext>
            </a:extLst>
          </p:cNvPr>
          <p:cNvSpPr>
            <a:spLocks noGrp="1"/>
          </p:cNvSpPr>
          <p:nvPr>
            <p:ph sz="quarter" idx="16"/>
          </p:nvPr>
        </p:nvSpPr>
        <p:spPr>
          <a:xfrm>
            <a:off x="838200" y="5222875"/>
            <a:ext cx="8230644" cy="1270000"/>
          </a:xfrm>
        </p:spPr>
        <p:txBody>
          <a:bodyPr/>
          <a:lstStyle/>
          <a:p>
            <a:pPr lvl="1"/>
            <a:r>
              <a:rPr lang="en-US" dirty="0"/>
              <a:t>Account 4 shows the greatest variability</a:t>
            </a:r>
          </a:p>
        </p:txBody>
      </p:sp>
      <p:sp>
        <p:nvSpPr>
          <p:cNvPr id="22" name="Title 21">
            <a:extLst>
              <a:ext uri="{FF2B5EF4-FFF2-40B4-BE49-F238E27FC236}">
                <a16:creationId xmlns:a16="http://schemas.microsoft.com/office/drawing/2014/main" id="{6B419BDA-5778-93A2-6599-7FA6B36730E9}"/>
              </a:ext>
            </a:extLst>
          </p:cNvPr>
          <p:cNvSpPr>
            <a:spLocks noGrp="1"/>
          </p:cNvSpPr>
          <p:nvPr>
            <p:ph type="title"/>
          </p:nvPr>
        </p:nvSpPr>
        <p:spPr>
          <a:xfrm>
            <a:off x="838200" y="161080"/>
            <a:ext cx="10515600" cy="618172"/>
          </a:xfrm>
        </p:spPr>
        <p:txBody>
          <a:bodyPr/>
          <a:lstStyle/>
          <a:p>
            <a:r>
              <a:rPr lang="en-US" dirty="0"/>
              <a:t>Methods</a:t>
            </a:r>
          </a:p>
        </p:txBody>
      </p:sp>
      <p:sp>
        <p:nvSpPr>
          <p:cNvPr id="23" name="Text Placeholder 22">
            <a:extLst>
              <a:ext uri="{FF2B5EF4-FFF2-40B4-BE49-F238E27FC236}">
                <a16:creationId xmlns:a16="http://schemas.microsoft.com/office/drawing/2014/main" id="{B1939753-109D-37CF-9318-05636CE9AF75}"/>
              </a:ext>
            </a:extLst>
          </p:cNvPr>
          <p:cNvSpPr>
            <a:spLocks noGrp="1"/>
          </p:cNvSpPr>
          <p:nvPr>
            <p:ph type="body" sz="quarter" idx="17"/>
          </p:nvPr>
        </p:nvSpPr>
        <p:spPr>
          <a:xfrm>
            <a:off x="838200" y="779252"/>
            <a:ext cx="10515600" cy="467232"/>
          </a:xfrm>
        </p:spPr>
        <p:txBody>
          <a:bodyPr/>
          <a:lstStyle/>
          <a:p>
            <a:r>
              <a:rPr lang="en-US" dirty="0"/>
              <a:t>PCA (Account)</a:t>
            </a:r>
          </a:p>
        </p:txBody>
      </p:sp>
    </p:spTree>
    <p:extLst>
      <p:ext uri="{BB962C8B-B14F-4D97-AF65-F5344CB8AC3E}">
        <p14:creationId xmlns:p14="http://schemas.microsoft.com/office/powerpoint/2010/main" val="3708865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C3AB31E-BE7D-345A-6FA2-D5CB494E7EF5}"/>
              </a:ext>
            </a:extLst>
          </p:cNvPr>
          <p:cNvSpPr>
            <a:spLocks noGrp="1"/>
          </p:cNvSpPr>
          <p:nvPr>
            <p:ph type="title"/>
          </p:nvPr>
        </p:nvSpPr>
        <p:spPr>
          <a:xfrm>
            <a:off x="838200" y="161080"/>
            <a:ext cx="10515600" cy="618172"/>
          </a:xfrm>
        </p:spPr>
        <p:txBody>
          <a:bodyPr/>
          <a:lstStyle/>
          <a:p>
            <a:r>
              <a:rPr lang="en-US" dirty="0"/>
              <a:t>Methods</a:t>
            </a:r>
          </a:p>
        </p:txBody>
      </p:sp>
      <p:sp>
        <p:nvSpPr>
          <p:cNvPr id="5" name="Content Placeholder 4">
            <a:extLst>
              <a:ext uri="{FF2B5EF4-FFF2-40B4-BE49-F238E27FC236}">
                <a16:creationId xmlns:a16="http://schemas.microsoft.com/office/drawing/2014/main" id="{0198A971-664A-8436-F2D5-97C2B1D4B2C1}"/>
              </a:ext>
            </a:extLst>
          </p:cNvPr>
          <p:cNvSpPr>
            <a:spLocks noGrp="1"/>
          </p:cNvSpPr>
          <p:nvPr>
            <p:ph idx="1"/>
          </p:nvPr>
        </p:nvSpPr>
        <p:spPr>
          <a:xfrm>
            <a:off x="838199" y="4910203"/>
            <a:ext cx="10515601" cy="1582673"/>
          </a:xfrm>
        </p:spPr>
        <p:txBody>
          <a:bodyPr/>
          <a:lstStyle/>
          <a:p>
            <a:pPr lvl="1"/>
            <a:r>
              <a:rPr lang="en-US" dirty="0"/>
              <a:t>KMeans Analysis yielded 4 distinct clusters:</a:t>
            </a:r>
          </a:p>
          <a:p>
            <a:pPr lvl="2"/>
            <a:r>
              <a:rPr lang="en-US" dirty="0"/>
              <a:t>3 consisted of desc1s EM, BK, and CB</a:t>
            </a:r>
          </a:p>
          <a:p>
            <a:pPr lvl="2"/>
            <a:r>
              <a:rPr lang="en-US" dirty="0"/>
              <a:t>1 consisting of all other desc1s</a:t>
            </a:r>
          </a:p>
          <a:p>
            <a:pPr lvl="2"/>
            <a:endParaRPr lang="en-US" dirty="0"/>
          </a:p>
          <a:p>
            <a:pPr lvl="2"/>
            <a:endParaRPr lang="en-US" dirty="0"/>
          </a:p>
          <a:p>
            <a:pPr lvl="1"/>
            <a:r>
              <a:rPr lang="en-US" dirty="0"/>
              <a:t>The Top 3 Desc1s account for 68% of total transactions</a:t>
            </a:r>
          </a:p>
          <a:p>
            <a:endParaRPr lang="en-US" dirty="0"/>
          </a:p>
        </p:txBody>
      </p:sp>
      <p:sp>
        <p:nvSpPr>
          <p:cNvPr id="6" name="Text Placeholder 5">
            <a:extLst>
              <a:ext uri="{FF2B5EF4-FFF2-40B4-BE49-F238E27FC236}">
                <a16:creationId xmlns:a16="http://schemas.microsoft.com/office/drawing/2014/main" id="{337C045D-AF93-FEC7-7725-4BC1D3EFE2A1}"/>
              </a:ext>
            </a:extLst>
          </p:cNvPr>
          <p:cNvSpPr>
            <a:spLocks noGrp="1"/>
          </p:cNvSpPr>
          <p:nvPr>
            <p:ph type="body" sz="quarter" idx="13"/>
          </p:nvPr>
        </p:nvSpPr>
        <p:spPr>
          <a:xfrm>
            <a:off x="838200" y="779252"/>
            <a:ext cx="10515600" cy="467232"/>
          </a:xfrm>
        </p:spPr>
        <p:txBody>
          <a:bodyPr/>
          <a:lstStyle/>
          <a:p>
            <a:r>
              <a:rPr lang="en-US" dirty="0"/>
              <a:t>KMeans</a:t>
            </a:r>
          </a:p>
        </p:txBody>
      </p:sp>
      <p:pic>
        <p:nvPicPr>
          <p:cNvPr id="9" name="Content Placeholder 8">
            <a:extLst>
              <a:ext uri="{FF2B5EF4-FFF2-40B4-BE49-F238E27FC236}">
                <a16:creationId xmlns:a16="http://schemas.microsoft.com/office/drawing/2014/main" id="{7FF45259-71C9-56EC-1FDE-470F7496EFEA}"/>
              </a:ext>
            </a:extLst>
          </p:cNvPr>
          <p:cNvPicPr>
            <a:picLocks noGrp="1" noChangeAspect="1"/>
          </p:cNvPicPr>
          <p:nvPr>
            <p:ph sz="quarter" idx="16"/>
          </p:nvPr>
        </p:nvPicPr>
        <p:blipFill>
          <a:blip r:embed="rId3"/>
          <a:stretch>
            <a:fillRect/>
          </a:stretch>
        </p:blipFill>
        <p:spPr>
          <a:xfrm>
            <a:off x="1338792" y="1835150"/>
            <a:ext cx="9514416" cy="2854325"/>
          </a:xfrm>
        </p:spPr>
      </p:pic>
    </p:spTree>
    <p:extLst>
      <p:ext uri="{BB962C8B-B14F-4D97-AF65-F5344CB8AC3E}">
        <p14:creationId xmlns:p14="http://schemas.microsoft.com/office/powerpoint/2010/main" val="40334805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369FAB8-865D-4E32-EE33-D27EB87D527F}"/>
              </a:ext>
            </a:extLst>
          </p:cNvPr>
          <p:cNvSpPr>
            <a:spLocks noGrp="1"/>
          </p:cNvSpPr>
          <p:nvPr>
            <p:ph type="title"/>
          </p:nvPr>
        </p:nvSpPr>
        <p:spPr>
          <a:xfrm>
            <a:off x="838200" y="161080"/>
            <a:ext cx="10515600" cy="618172"/>
          </a:xfrm>
        </p:spPr>
        <p:txBody>
          <a:bodyPr/>
          <a:lstStyle/>
          <a:p>
            <a:r>
              <a:rPr lang="en-US" dirty="0"/>
              <a:t>Methods</a:t>
            </a:r>
          </a:p>
        </p:txBody>
      </p:sp>
      <p:sp>
        <p:nvSpPr>
          <p:cNvPr id="6" name="Text Placeholder 5">
            <a:extLst>
              <a:ext uri="{FF2B5EF4-FFF2-40B4-BE49-F238E27FC236}">
                <a16:creationId xmlns:a16="http://schemas.microsoft.com/office/drawing/2014/main" id="{15EC6D34-4CBF-E754-874F-8CD36D94523A}"/>
              </a:ext>
            </a:extLst>
          </p:cNvPr>
          <p:cNvSpPr>
            <a:spLocks noGrp="1"/>
          </p:cNvSpPr>
          <p:nvPr>
            <p:ph type="body" sz="quarter" idx="17"/>
          </p:nvPr>
        </p:nvSpPr>
        <p:spPr>
          <a:xfrm>
            <a:off x="838200" y="779252"/>
            <a:ext cx="10515600" cy="467232"/>
          </a:xfrm>
        </p:spPr>
        <p:txBody>
          <a:bodyPr/>
          <a:lstStyle/>
          <a:p>
            <a:r>
              <a:rPr lang="en-US" dirty="0"/>
              <a:t>Seasonal Decomp (4 Years)</a:t>
            </a:r>
          </a:p>
        </p:txBody>
      </p:sp>
      <p:pic>
        <p:nvPicPr>
          <p:cNvPr id="16" name="Content Placeholder 15">
            <a:extLst>
              <a:ext uri="{FF2B5EF4-FFF2-40B4-BE49-F238E27FC236}">
                <a16:creationId xmlns:a16="http://schemas.microsoft.com/office/drawing/2014/main" id="{6F937ABE-1735-D876-2858-70986A8783CD}"/>
              </a:ext>
            </a:extLst>
          </p:cNvPr>
          <p:cNvPicPr>
            <a:picLocks noGrp="1" noChangeAspect="1"/>
          </p:cNvPicPr>
          <p:nvPr>
            <p:ph sz="quarter" idx="18"/>
          </p:nvPr>
        </p:nvPicPr>
        <p:blipFill>
          <a:blip r:embed="rId3"/>
          <a:srcRect/>
          <a:stretch/>
        </p:blipFill>
        <p:spPr>
          <a:xfrm>
            <a:off x="5157868" y="1433513"/>
            <a:ext cx="5533864" cy="5080000"/>
          </a:xfrm>
        </p:spPr>
      </p:pic>
      <p:sp>
        <p:nvSpPr>
          <p:cNvPr id="17" name="Content Placeholder 16">
            <a:extLst>
              <a:ext uri="{FF2B5EF4-FFF2-40B4-BE49-F238E27FC236}">
                <a16:creationId xmlns:a16="http://schemas.microsoft.com/office/drawing/2014/main" id="{DD18F5DC-8040-6FE9-51ED-4EE6C1F1CED9}"/>
              </a:ext>
            </a:extLst>
          </p:cNvPr>
          <p:cNvSpPr>
            <a:spLocks noGrp="1"/>
          </p:cNvSpPr>
          <p:nvPr>
            <p:ph sz="quarter" idx="19"/>
          </p:nvPr>
        </p:nvSpPr>
        <p:spPr>
          <a:xfrm>
            <a:off x="838200" y="1433417"/>
            <a:ext cx="3657600" cy="5080096"/>
          </a:xfrm>
        </p:spPr>
        <p:txBody>
          <a:bodyPr>
            <a:noAutofit/>
          </a:bodyPr>
          <a:lstStyle/>
          <a:p>
            <a:r>
              <a:rPr lang="en-US" dirty="0"/>
              <a:t>Total:</a:t>
            </a:r>
          </a:p>
          <a:p>
            <a:pPr lvl="1"/>
            <a:r>
              <a:rPr lang="en-US" dirty="0"/>
              <a:t>Transactions emphasize peaks</a:t>
            </a:r>
          </a:p>
          <a:p>
            <a:pPr lvl="1"/>
            <a:r>
              <a:rPr lang="en-US" dirty="0"/>
              <a:t>Percentages emphasize troughs</a:t>
            </a:r>
          </a:p>
          <a:p>
            <a:pPr lvl="1"/>
            <a:endParaRPr lang="en-US" dirty="0"/>
          </a:p>
          <a:p>
            <a:r>
              <a:rPr lang="en-US" dirty="0"/>
              <a:t>Trend:</a:t>
            </a:r>
          </a:p>
          <a:p>
            <a:pPr lvl="1"/>
            <a:r>
              <a:rPr lang="en-US" dirty="0"/>
              <a:t>Similar across both</a:t>
            </a:r>
          </a:p>
          <a:p>
            <a:pPr lvl="1"/>
            <a:r>
              <a:rPr lang="en-US" dirty="0"/>
              <a:t>Average upward progression</a:t>
            </a:r>
          </a:p>
          <a:p>
            <a:pPr lvl="1"/>
            <a:endParaRPr lang="en-US" dirty="0"/>
          </a:p>
          <a:p>
            <a:r>
              <a:rPr lang="en-US" dirty="0"/>
              <a:t>Seasonal &amp; Residual:</a:t>
            </a:r>
          </a:p>
          <a:p>
            <a:pPr lvl="1"/>
            <a:r>
              <a:rPr lang="en-US" dirty="0"/>
              <a:t>Transaction:</a:t>
            </a:r>
          </a:p>
          <a:p>
            <a:pPr lvl="2"/>
            <a:r>
              <a:rPr lang="en-US" dirty="0"/>
              <a:t>Same magnitude</a:t>
            </a:r>
          </a:p>
          <a:p>
            <a:pPr lvl="1"/>
            <a:r>
              <a:rPr lang="en-US" dirty="0"/>
              <a:t>Percentage:</a:t>
            </a:r>
          </a:p>
          <a:p>
            <a:pPr lvl="2"/>
            <a:r>
              <a:rPr lang="en-US" dirty="0"/>
              <a:t>Seasonal range is approx. half of residual range</a:t>
            </a:r>
          </a:p>
          <a:p>
            <a:pPr lvl="1"/>
            <a:r>
              <a:rPr lang="en-US" dirty="0"/>
              <a:t>Transaction seasonality is slightly more significant than percentage seasonality</a:t>
            </a:r>
          </a:p>
        </p:txBody>
      </p:sp>
    </p:spTree>
    <p:extLst>
      <p:ext uri="{BB962C8B-B14F-4D97-AF65-F5344CB8AC3E}">
        <p14:creationId xmlns:p14="http://schemas.microsoft.com/office/powerpoint/2010/main" val="12450714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13C669E-8EC4-F17D-4724-D5BB3466A0CC}"/>
              </a:ext>
            </a:extLst>
          </p:cNvPr>
          <p:cNvSpPr>
            <a:spLocks noGrp="1"/>
          </p:cNvSpPr>
          <p:nvPr>
            <p:ph type="title"/>
          </p:nvPr>
        </p:nvSpPr>
        <p:spPr>
          <a:xfrm>
            <a:off x="838200" y="161080"/>
            <a:ext cx="10515600" cy="618172"/>
          </a:xfrm>
        </p:spPr>
        <p:txBody>
          <a:bodyPr/>
          <a:lstStyle/>
          <a:p>
            <a:r>
              <a:rPr lang="en-US" dirty="0"/>
              <a:t>Methods</a:t>
            </a:r>
          </a:p>
        </p:txBody>
      </p:sp>
      <p:sp>
        <p:nvSpPr>
          <p:cNvPr id="5" name="Text Placeholder 4">
            <a:extLst>
              <a:ext uri="{FF2B5EF4-FFF2-40B4-BE49-F238E27FC236}">
                <a16:creationId xmlns:a16="http://schemas.microsoft.com/office/drawing/2014/main" id="{884838F1-DFD4-D497-8909-77486BB50B8E}"/>
              </a:ext>
            </a:extLst>
          </p:cNvPr>
          <p:cNvSpPr>
            <a:spLocks noGrp="1"/>
          </p:cNvSpPr>
          <p:nvPr>
            <p:ph type="body" sz="quarter" idx="17"/>
          </p:nvPr>
        </p:nvSpPr>
        <p:spPr>
          <a:xfrm>
            <a:off x="838200" y="779252"/>
            <a:ext cx="10515600" cy="467232"/>
          </a:xfrm>
        </p:spPr>
        <p:txBody>
          <a:bodyPr/>
          <a:lstStyle/>
          <a:p>
            <a:r>
              <a:rPr lang="en-US" dirty="0"/>
              <a:t>Seasonal Decomp (3 Years)</a:t>
            </a:r>
          </a:p>
        </p:txBody>
      </p:sp>
      <p:pic>
        <p:nvPicPr>
          <p:cNvPr id="19" name="Content Placeholder 18">
            <a:extLst>
              <a:ext uri="{FF2B5EF4-FFF2-40B4-BE49-F238E27FC236}">
                <a16:creationId xmlns:a16="http://schemas.microsoft.com/office/drawing/2014/main" id="{8D70C2F0-79F2-C773-18A6-846E4A2D0711}"/>
              </a:ext>
            </a:extLst>
          </p:cNvPr>
          <p:cNvPicPr>
            <a:picLocks noGrp="1" noChangeAspect="1"/>
          </p:cNvPicPr>
          <p:nvPr>
            <p:ph sz="quarter" idx="18"/>
          </p:nvPr>
        </p:nvPicPr>
        <p:blipFill>
          <a:blip r:embed="rId3"/>
          <a:srcRect/>
          <a:stretch/>
        </p:blipFill>
        <p:spPr>
          <a:xfrm>
            <a:off x="5157868" y="1433513"/>
            <a:ext cx="5533864" cy="5080000"/>
          </a:xfrm>
        </p:spPr>
      </p:pic>
      <p:sp>
        <p:nvSpPr>
          <p:cNvPr id="7" name="Content Placeholder 6">
            <a:extLst>
              <a:ext uri="{FF2B5EF4-FFF2-40B4-BE49-F238E27FC236}">
                <a16:creationId xmlns:a16="http://schemas.microsoft.com/office/drawing/2014/main" id="{35C58C1D-5B53-5DB3-D442-E5E87EB3D135}"/>
              </a:ext>
            </a:extLst>
          </p:cNvPr>
          <p:cNvSpPr>
            <a:spLocks noGrp="1"/>
          </p:cNvSpPr>
          <p:nvPr>
            <p:ph sz="quarter" idx="19"/>
          </p:nvPr>
        </p:nvSpPr>
        <p:spPr>
          <a:xfrm>
            <a:off x="838200" y="1433417"/>
            <a:ext cx="3657600" cy="5080096"/>
          </a:xfrm>
        </p:spPr>
        <p:txBody>
          <a:bodyPr>
            <a:normAutofit/>
          </a:bodyPr>
          <a:lstStyle/>
          <a:p>
            <a:r>
              <a:rPr lang="en-US" dirty="0"/>
              <a:t>Seasonal &amp; Residual:</a:t>
            </a:r>
          </a:p>
          <a:p>
            <a:pPr lvl="1"/>
            <a:r>
              <a:rPr lang="en-US" dirty="0"/>
              <a:t>Transaction:</a:t>
            </a:r>
          </a:p>
          <a:p>
            <a:pPr lvl="2"/>
            <a:r>
              <a:rPr lang="en-US" dirty="0"/>
              <a:t>Same magnitude</a:t>
            </a:r>
          </a:p>
          <a:p>
            <a:pPr lvl="1"/>
            <a:r>
              <a:rPr lang="en-US" dirty="0"/>
              <a:t>Percentage:</a:t>
            </a:r>
          </a:p>
          <a:p>
            <a:pPr lvl="2"/>
            <a:r>
              <a:rPr lang="en-US" dirty="0"/>
              <a:t>Seasonal range is approx. 4x residual range</a:t>
            </a:r>
          </a:p>
          <a:p>
            <a:pPr lvl="1"/>
            <a:r>
              <a:rPr lang="en-US" dirty="0"/>
              <a:t>Percentage seasonality is much more significant than transaction seasonality</a:t>
            </a:r>
          </a:p>
        </p:txBody>
      </p:sp>
    </p:spTree>
    <p:extLst>
      <p:ext uri="{BB962C8B-B14F-4D97-AF65-F5344CB8AC3E}">
        <p14:creationId xmlns:p14="http://schemas.microsoft.com/office/powerpoint/2010/main" val="25386555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368E8F4-BFF4-6633-AC04-30404CE77FE6}"/>
              </a:ext>
            </a:extLst>
          </p:cNvPr>
          <p:cNvSpPr>
            <a:spLocks noGrp="1"/>
          </p:cNvSpPr>
          <p:nvPr>
            <p:ph type="title"/>
          </p:nvPr>
        </p:nvSpPr>
        <p:spPr>
          <a:xfrm>
            <a:off x="838200" y="161080"/>
            <a:ext cx="10515600" cy="618172"/>
          </a:xfrm>
        </p:spPr>
        <p:txBody>
          <a:bodyPr/>
          <a:lstStyle/>
          <a:p>
            <a:r>
              <a:rPr lang="en-US" dirty="0"/>
              <a:t>Methods</a:t>
            </a:r>
          </a:p>
        </p:txBody>
      </p:sp>
      <p:sp>
        <p:nvSpPr>
          <p:cNvPr id="5" name="Content Placeholder 4">
            <a:extLst>
              <a:ext uri="{FF2B5EF4-FFF2-40B4-BE49-F238E27FC236}">
                <a16:creationId xmlns:a16="http://schemas.microsoft.com/office/drawing/2014/main" id="{4391915A-EEDE-7906-D696-13AC0F84F799}"/>
              </a:ext>
            </a:extLst>
          </p:cNvPr>
          <p:cNvSpPr>
            <a:spLocks noGrp="1"/>
          </p:cNvSpPr>
          <p:nvPr>
            <p:ph idx="1"/>
          </p:nvPr>
        </p:nvSpPr>
        <p:spPr>
          <a:xfrm>
            <a:off x="838199" y="4910203"/>
            <a:ext cx="10515601" cy="1582673"/>
          </a:xfrm>
        </p:spPr>
        <p:txBody>
          <a:bodyPr/>
          <a:lstStyle/>
          <a:p>
            <a:pPr lvl="0"/>
            <a:r>
              <a:rPr lang="en-US" dirty="0"/>
              <a:t>ARIMA Models:</a:t>
            </a:r>
          </a:p>
          <a:p>
            <a:pPr lvl="1"/>
            <a:r>
              <a:rPr lang="en-US" dirty="0"/>
              <a:t>Used the ‘auto_arima’ function for optimization</a:t>
            </a:r>
          </a:p>
          <a:p>
            <a:pPr lvl="1"/>
            <a:r>
              <a:rPr lang="en-US" dirty="0">
                <a:solidFill>
                  <a:srgbClr val="FF0000"/>
                </a:solidFill>
              </a:rPr>
              <a:t>Dropped fiscal year 2020 (as seasonal decomposition suggests)</a:t>
            </a:r>
          </a:p>
          <a:p>
            <a:endParaRPr lang="en-US" dirty="0"/>
          </a:p>
          <a:p>
            <a:endParaRPr lang="en-US" dirty="0"/>
          </a:p>
          <a:p>
            <a:endParaRPr lang="en-US" dirty="0"/>
          </a:p>
          <a:p>
            <a:pPr lvl="0"/>
            <a:r>
              <a:rPr lang="en-US" dirty="0"/>
              <a:t>Ensemble Models:</a:t>
            </a:r>
          </a:p>
          <a:p>
            <a:pPr lvl="1"/>
            <a:r>
              <a:rPr lang="en-US" dirty="0"/>
              <a:t>A 12-month feature window was created for every window (to include seasonality considerations)</a:t>
            </a:r>
          </a:p>
          <a:p>
            <a:pPr lvl="1"/>
            <a:r>
              <a:rPr lang="en-US" dirty="0"/>
              <a:t>The first target period starts in fiscal year 2021</a:t>
            </a:r>
          </a:p>
          <a:p>
            <a:pPr lvl="1"/>
            <a:r>
              <a:rPr lang="en-US" dirty="0"/>
              <a:t>Optimization done using ‘</a:t>
            </a:r>
            <a:r>
              <a:rPr lang="en-US" dirty="0" err="1"/>
              <a:t>GridSearchCV</a:t>
            </a:r>
            <a:r>
              <a:rPr lang="en-US" dirty="0"/>
              <a:t>’</a:t>
            </a:r>
          </a:p>
          <a:p>
            <a:pPr lvl="0"/>
            <a:endParaRPr lang="en-US" dirty="0"/>
          </a:p>
          <a:p>
            <a:endParaRPr lang="en-US" dirty="0"/>
          </a:p>
        </p:txBody>
      </p:sp>
      <p:sp>
        <p:nvSpPr>
          <p:cNvPr id="6" name="Text Placeholder 5">
            <a:extLst>
              <a:ext uri="{FF2B5EF4-FFF2-40B4-BE49-F238E27FC236}">
                <a16:creationId xmlns:a16="http://schemas.microsoft.com/office/drawing/2014/main" id="{D8E9FC4B-52F3-EFE8-1A1E-B90BFC7809A0}"/>
              </a:ext>
            </a:extLst>
          </p:cNvPr>
          <p:cNvSpPr>
            <a:spLocks noGrp="1"/>
          </p:cNvSpPr>
          <p:nvPr>
            <p:ph type="body" sz="quarter" idx="13"/>
          </p:nvPr>
        </p:nvSpPr>
        <p:spPr>
          <a:xfrm>
            <a:off x="838200" y="779252"/>
            <a:ext cx="10515600" cy="467232"/>
          </a:xfrm>
        </p:spPr>
        <p:txBody>
          <a:bodyPr/>
          <a:lstStyle/>
          <a:p>
            <a:r>
              <a:rPr lang="en-US" dirty="0"/>
              <a:t>Time Series Models</a:t>
            </a:r>
          </a:p>
        </p:txBody>
      </p:sp>
      <p:sp>
        <p:nvSpPr>
          <p:cNvPr id="7" name="Content Placeholder 6">
            <a:extLst>
              <a:ext uri="{FF2B5EF4-FFF2-40B4-BE49-F238E27FC236}">
                <a16:creationId xmlns:a16="http://schemas.microsoft.com/office/drawing/2014/main" id="{98F407BC-EAF0-CAD9-68EC-DF2DC5AC5A27}"/>
              </a:ext>
            </a:extLst>
          </p:cNvPr>
          <p:cNvSpPr>
            <a:spLocks noGrp="1"/>
          </p:cNvSpPr>
          <p:nvPr>
            <p:ph sz="quarter" idx="16"/>
          </p:nvPr>
        </p:nvSpPr>
        <p:spPr>
          <a:xfrm>
            <a:off x="838199" y="1835380"/>
            <a:ext cx="10515601" cy="2853437"/>
          </a:xfrm>
        </p:spPr>
        <p:txBody>
          <a:bodyPr/>
          <a:lstStyle/>
          <a:p>
            <a:pPr lvl="0"/>
            <a:r>
              <a:rPr lang="en-US" dirty="0"/>
              <a:t>All Models:</a:t>
            </a:r>
          </a:p>
          <a:p>
            <a:pPr lvl="1"/>
            <a:r>
              <a:rPr lang="en-US" dirty="0"/>
              <a:t>Transaction/Percent Revenue by period is used for all models</a:t>
            </a:r>
          </a:p>
          <a:p>
            <a:pPr lvl="1"/>
            <a:r>
              <a:rPr lang="en-US" dirty="0"/>
              <a:t>The scoring metric used was Mean Absolute Percentage Error (MAPE)</a:t>
            </a:r>
          </a:p>
          <a:p>
            <a:pPr lvl="2"/>
            <a:r>
              <a:rPr lang="en-US" dirty="0"/>
              <a:t>Advantage of MAPE: it’s a relative measure of error that requires no past knowledge of transaction values to determine a threshold for good performance vs bad</a:t>
            </a:r>
          </a:p>
          <a:p>
            <a:endParaRPr lang="en-US" dirty="0"/>
          </a:p>
        </p:txBody>
      </p:sp>
    </p:spTree>
    <p:extLst>
      <p:ext uri="{BB962C8B-B14F-4D97-AF65-F5344CB8AC3E}">
        <p14:creationId xmlns:p14="http://schemas.microsoft.com/office/powerpoint/2010/main" val="24643432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D0F0D29-7525-C4B5-DD06-FAD9BE4C36F5}"/>
              </a:ext>
            </a:extLst>
          </p:cNvPr>
          <p:cNvSpPr>
            <a:spLocks noGrp="1"/>
          </p:cNvSpPr>
          <p:nvPr>
            <p:ph type="title"/>
          </p:nvPr>
        </p:nvSpPr>
        <p:spPr>
          <a:xfrm>
            <a:off x="838200" y="161080"/>
            <a:ext cx="10515600" cy="618172"/>
          </a:xfrm>
        </p:spPr>
        <p:txBody>
          <a:bodyPr/>
          <a:lstStyle/>
          <a:p>
            <a:r>
              <a:rPr lang="en-US" dirty="0"/>
              <a:t>Methods</a:t>
            </a:r>
          </a:p>
        </p:txBody>
      </p:sp>
      <p:sp>
        <p:nvSpPr>
          <p:cNvPr id="2" name="Text Placeholder 1">
            <a:extLst>
              <a:ext uri="{FF2B5EF4-FFF2-40B4-BE49-F238E27FC236}">
                <a16:creationId xmlns:a16="http://schemas.microsoft.com/office/drawing/2014/main" id="{D019F2EC-206A-3429-D7A8-0B28EF07D8D4}"/>
              </a:ext>
            </a:extLst>
          </p:cNvPr>
          <p:cNvSpPr>
            <a:spLocks noGrp="1"/>
          </p:cNvSpPr>
          <p:nvPr>
            <p:ph type="body" sz="quarter" idx="17"/>
          </p:nvPr>
        </p:nvSpPr>
        <p:spPr>
          <a:xfrm>
            <a:off x="838200" y="779252"/>
            <a:ext cx="10515600" cy="467232"/>
          </a:xfrm>
        </p:spPr>
        <p:txBody>
          <a:bodyPr/>
          <a:lstStyle/>
          <a:p>
            <a:r>
              <a:rPr lang="en-US" dirty="0"/>
              <a:t>ARIMA Modelling (Top 3 Desc1s vs. Others)</a:t>
            </a:r>
          </a:p>
        </p:txBody>
      </p:sp>
      <p:sp>
        <p:nvSpPr>
          <p:cNvPr id="48" name="Content Placeholder 47">
            <a:extLst>
              <a:ext uri="{FF2B5EF4-FFF2-40B4-BE49-F238E27FC236}">
                <a16:creationId xmlns:a16="http://schemas.microsoft.com/office/drawing/2014/main" id="{EFFD4E6C-6643-3975-EA88-A748078D252A}"/>
              </a:ext>
            </a:extLst>
          </p:cNvPr>
          <p:cNvSpPr>
            <a:spLocks noGrp="1"/>
          </p:cNvSpPr>
          <p:nvPr>
            <p:ph sz="quarter" idx="19"/>
          </p:nvPr>
        </p:nvSpPr>
        <p:spPr>
          <a:xfrm>
            <a:off x="838200" y="1433417"/>
            <a:ext cx="3200400" cy="5080096"/>
          </a:xfrm>
        </p:spPr>
        <p:txBody>
          <a:bodyPr/>
          <a:lstStyle/>
          <a:p>
            <a:r>
              <a:rPr lang="en-US" dirty="0"/>
              <a:t>Top 3 desc1s:</a:t>
            </a:r>
          </a:p>
          <a:p>
            <a:pPr lvl="1"/>
            <a:r>
              <a:rPr lang="en-US" dirty="0"/>
              <a:t>Best Model: Percentage 3 years</a:t>
            </a:r>
          </a:p>
          <a:p>
            <a:pPr lvl="1"/>
            <a:r>
              <a:rPr lang="en-US" dirty="0"/>
              <a:t>MAPE: 0.18</a:t>
            </a:r>
          </a:p>
          <a:p>
            <a:pPr lvl="1"/>
            <a:r>
              <a:rPr lang="en-US" dirty="0"/>
              <a:t>Parameters: Seasonal Q = 1 (Seasonal only)</a:t>
            </a:r>
          </a:p>
          <a:p>
            <a:pPr lvl="1"/>
            <a:endParaRPr lang="en-US" dirty="0"/>
          </a:p>
          <a:p>
            <a:r>
              <a:rPr lang="en-US" dirty="0"/>
              <a:t>Other desc1s: </a:t>
            </a:r>
          </a:p>
          <a:p>
            <a:pPr lvl="1"/>
            <a:r>
              <a:rPr lang="en-US" dirty="0"/>
              <a:t>Best Model: Transaction total 4 years</a:t>
            </a:r>
          </a:p>
          <a:p>
            <a:pPr lvl="1"/>
            <a:r>
              <a:rPr lang="en-US" dirty="0"/>
              <a:t>MAPE: 0.26</a:t>
            </a:r>
          </a:p>
          <a:p>
            <a:pPr lvl="1"/>
            <a:r>
              <a:rPr lang="en-US" dirty="0"/>
              <a:t>Parameters: D = 1, Q = 2</a:t>
            </a:r>
          </a:p>
          <a:p>
            <a:pPr lvl="1"/>
            <a:endParaRPr lang="en-US" dirty="0"/>
          </a:p>
          <a:p>
            <a:pPr lvl="1"/>
            <a:r>
              <a:rPr lang="en-US" i="1" dirty="0"/>
              <a:t>Note: MAPE is based on in-sample predictions</a:t>
            </a:r>
          </a:p>
        </p:txBody>
      </p:sp>
      <p:graphicFrame>
        <p:nvGraphicFramePr>
          <p:cNvPr id="53" name="Content Placeholder 52">
            <a:extLst>
              <a:ext uri="{FF2B5EF4-FFF2-40B4-BE49-F238E27FC236}">
                <a16:creationId xmlns:a16="http://schemas.microsoft.com/office/drawing/2014/main" id="{7A608138-7FCB-AC31-725A-6480CE81DDEB}"/>
              </a:ext>
            </a:extLst>
          </p:cNvPr>
          <p:cNvGraphicFramePr>
            <a:graphicFrameLocks noGrp="1"/>
          </p:cNvGraphicFramePr>
          <p:nvPr>
            <p:ph sz="quarter" idx="20"/>
            <p:extLst>
              <p:ext uri="{D42A27DB-BD31-4B8C-83A1-F6EECF244321}">
                <p14:modId xmlns:p14="http://schemas.microsoft.com/office/powerpoint/2010/main" val="3762367454"/>
              </p:ext>
            </p:extLst>
          </p:nvPr>
        </p:nvGraphicFramePr>
        <p:xfrm>
          <a:off x="4495800" y="4114800"/>
          <a:ext cx="6857995" cy="1737360"/>
        </p:xfrm>
        <a:graphic>
          <a:graphicData uri="http://schemas.openxmlformats.org/drawingml/2006/table">
            <a:tbl>
              <a:tblPr firstRow="1" bandRow="1">
                <a:tableStyleId>{5C22544A-7EE6-4342-B048-85BDC9FD1C3A}</a:tableStyleId>
              </a:tblPr>
              <a:tblGrid>
                <a:gridCol w="1461949">
                  <a:extLst>
                    <a:ext uri="{9D8B030D-6E8A-4147-A177-3AD203B41FA5}">
                      <a16:colId xmlns:a16="http://schemas.microsoft.com/office/drawing/2014/main" val="20000"/>
                    </a:ext>
                  </a:extLst>
                </a:gridCol>
                <a:gridCol w="617537">
                  <a:extLst>
                    <a:ext uri="{9D8B030D-6E8A-4147-A177-3AD203B41FA5}">
                      <a16:colId xmlns:a16="http://schemas.microsoft.com/office/drawing/2014/main" val="20001"/>
                    </a:ext>
                  </a:extLst>
                </a:gridCol>
                <a:gridCol w="336520">
                  <a:extLst>
                    <a:ext uri="{9D8B030D-6E8A-4147-A177-3AD203B41FA5}">
                      <a16:colId xmlns:a16="http://schemas.microsoft.com/office/drawing/2014/main" val="20002"/>
                    </a:ext>
                  </a:extLst>
                </a:gridCol>
                <a:gridCol w="354400">
                  <a:extLst>
                    <a:ext uri="{9D8B030D-6E8A-4147-A177-3AD203B41FA5}">
                      <a16:colId xmlns:a16="http://schemas.microsoft.com/office/drawing/2014/main" val="20003"/>
                    </a:ext>
                  </a:extLst>
                </a:gridCol>
                <a:gridCol w="363341">
                  <a:extLst>
                    <a:ext uri="{9D8B030D-6E8A-4147-A177-3AD203B41FA5}">
                      <a16:colId xmlns:a16="http://schemas.microsoft.com/office/drawing/2014/main" val="20004"/>
                    </a:ext>
                  </a:extLst>
                </a:gridCol>
                <a:gridCol w="1007056">
                  <a:extLst>
                    <a:ext uri="{9D8B030D-6E8A-4147-A177-3AD203B41FA5}">
                      <a16:colId xmlns:a16="http://schemas.microsoft.com/office/drawing/2014/main" val="20005"/>
                    </a:ext>
                  </a:extLst>
                </a:gridCol>
                <a:gridCol w="1024937">
                  <a:extLst>
                    <a:ext uri="{9D8B030D-6E8A-4147-A177-3AD203B41FA5}">
                      <a16:colId xmlns:a16="http://schemas.microsoft.com/office/drawing/2014/main" val="20006"/>
                    </a:ext>
                  </a:extLst>
                </a:gridCol>
                <a:gridCol w="1033877">
                  <a:extLst>
                    <a:ext uri="{9D8B030D-6E8A-4147-A177-3AD203B41FA5}">
                      <a16:colId xmlns:a16="http://schemas.microsoft.com/office/drawing/2014/main" val="20007"/>
                    </a:ext>
                  </a:extLst>
                </a:gridCol>
                <a:gridCol w="658378">
                  <a:extLst>
                    <a:ext uri="{9D8B030D-6E8A-4147-A177-3AD203B41FA5}">
                      <a16:colId xmlns:a16="http://schemas.microsoft.com/office/drawing/2014/main" val="20008"/>
                    </a:ext>
                  </a:extLst>
                </a:gridCol>
              </a:tblGrid>
              <a:tr h="0">
                <a:tc gridSpan="9">
                  <a:txBody>
                    <a:bodyPr/>
                    <a:lstStyle/>
                    <a:p>
                      <a:pPr algn="ctr"/>
                      <a:r>
                        <a:rPr dirty="0">
                          <a:solidFill>
                            <a:srgbClr val="000000"/>
                          </a:solidFill>
                        </a:rPr>
                        <a:t>ARIMA Model Results Others</a:t>
                      </a:r>
                    </a:p>
                  </a:txBody>
                  <a:tcPr>
                    <a:lnL w="12700" cmpd="sng">
                      <a:solidFill>
                        <a:srgbClr val="FFFFFF"/>
                      </a:solidFill>
                    </a:lnL>
                    <a:lnR w="38100" cmpd="sng">
                      <a:solidFill>
                        <a:srgbClr val="FFFFFF"/>
                      </a:solidFill>
                    </a:lnR>
                    <a:lnT w="12700" cmpd="sng">
                      <a:solidFill>
                        <a:srgbClr val="FFFFFF"/>
                      </a:solidFill>
                    </a:lnT>
                    <a:lnB w="12700" cmpd="sng">
                      <a:solidFill>
                        <a:srgbClr val="000000"/>
                      </a:solidFill>
                    </a:lnB>
                    <a:solidFill>
                      <a:srgbClr val="70AD47">
                        <a:alpha val="0"/>
                      </a:srgbClr>
                    </a:solid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0"/>
                  </a:ext>
                </a:extLst>
              </a:tr>
              <a:tr h="228600">
                <a:tc>
                  <a:txBody>
                    <a:bodyPr/>
                    <a:lstStyle/>
                    <a:p>
                      <a:pPr algn="ctr"/>
                      <a:r>
                        <a:rPr sz="1200" b="1">
                          <a:solidFill>
                            <a:srgbClr val="000000"/>
                          </a:solidFill>
                        </a:rPr>
                        <a:t>Data Type</a:t>
                      </a:r>
                    </a:p>
                  </a:txBody>
                  <a:tcPr>
                    <a:lnL w="12700" cmpd="sng">
                      <a:solidFill>
                        <a:srgbClr val="000000"/>
                      </a:solidFill>
                    </a:lnL>
                    <a:lnR w="12700" cmpd="sng">
                      <a:solidFill>
                        <a:srgbClr val="000000"/>
                      </a:solidFill>
                    </a:lnR>
                    <a:lnT w="12700" cmpd="sng">
                      <a:solidFill>
                        <a:srgbClr val="000000"/>
                      </a:solidFill>
                    </a:lnT>
                    <a:lnB w="38100" cmpd="sng">
                      <a:solidFill>
                        <a:srgbClr val="000000"/>
                      </a:solidFill>
                    </a:lnB>
                    <a:solidFill>
                      <a:srgbClr val="70AD47"/>
                    </a:solidFill>
                  </a:tcPr>
                </a:tc>
                <a:tc>
                  <a:txBody>
                    <a:bodyPr/>
                    <a:lstStyle/>
                    <a:p>
                      <a:pPr algn="ctr"/>
                      <a:r>
                        <a:rPr sz="1200" b="1" dirty="0">
                          <a:solidFill>
                            <a:srgbClr val="000000"/>
                          </a:solidFill>
                        </a:rPr>
                        <a:t>Years</a:t>
                      </a:r>
                    </a:p>
                  </a:txBody>
                  <a:tcPr>
                    <a:lnL w="12700" cmpd="sng">
                      <a:solidFill>
                        <a:srgbClr val="000000"/>
                      </a:solidFill>
                    </a:lnL>
                    <a:lnR w="12700" cmpd="sng">
                      <a:solidFill>
                        <a:srgbClr val="000000"/>
                      </a:solidFill>
                    </a:lnR>
                    <a:lnT w="12700" cmpd="sng">
                      <a:solidFill>
                        <a:srgbClr val="000000"/>
                      </a:solidFill>
                    </a:lnT>
                    <a:lnB w="38100" cmpd="sng">
                      <a:solidFill>
                        <a:srgbClr val="000000"/>
                      </a:solidFill>
                    </a:lnB>
                    <a:solidFill>
                      <a:srgbClr val="70AD47"/>
                    </a:solidFill>
                  </a:tcPr>
                </a:tc>
                <a:tc>
                  <a:txBody>
                    <a:bodyPr/>
                    <a:lstStyle/>
                    <a:p>
                      <a:pPr algn="ctr"/>
                      <a:r>
                        <a:rPr sz="1200" b="1">
                          <a:solidFill>
                            <a:srgbClr val="000000"/>
                          </a:solidFill>
                        </a:rPr>
                        <a:t>P</a:t>
                      </a:r>
                    </a:p>
                  </a:txBody>
                  <a:tcPr>
                    <a:lnL w="12700" cmpd="sng">
                      <a:solidFill>
                        <a:srgbClr val="000000"/>
                      </a:solidFill>
                    </a:lnL>
                    <a:lnR w="12700" cmpd="sng">
                      <a:solidFill>
                        <a:srgbClr val="000000"/>
                      </a:solidFill>
                    </a:lnR>
                    <a:lnT w="12700" cmpd="sng">
                      <a:solidFill>
                        <a:srgbClr val="000000"/>
                      </a:solidFill>
                    </a:lnT>
                    <a:lnB w="38100" cmpd="sng">
                      <a:solidFill>
                        <a:srgbClr val="000000"/>
                      </a:solidFill>
                    </a:lnB>
                    <a:solidFill>
                      <a:srgbClr val="70AD47"/>
                    </a:solidFill>
                  </a:tcPr>
                </a:tc>
                <a:tc>
                  <a:txBody>
                    <a:bodyPr/>
                    <a:lstStyle/>
                    <a:p>
                      <a:pPr algn="ctr"/>
                      <a:r>
                        <a:rPr sz="1200" b="1" dirty="0">
                          <a:solidFill>
                            <a:srgbClr val="000000"/>
                          </a:solidFill>
                        </a:rPr>
                        <a:t>D</a:t>
                      </a:r>
                    </a:p>
                  </a:txBody>
                  <a:tcPr>
                    <a:lnL w="12700" cmpd="sng">
                      <a:solidFill>
                        <a:srgbClr val="000000"/>
                      </a:solidFill>
                    </a:lnL>
                    <a:lnR w="12700" cmpd="sng">
                      <a:solidFill>
                        <a:srgbClr val="000000"/>
                      </a:solidFill>
                    </a:lnR>
                    <a:lnT w="12700" cmpd="sng">
                      <a:solidFill>
                        <a:srgbClr val="000000"/>
                      </a:solidFill>
                    </a:lnT>
                    <a:lnB w="38100" cmpd="sng">
                      <a:solidFill>
                        <a:srgbClr val="000000"/>
                      </a:solidFill>
                    </a:lnB>
                    <a:solidFill>
                      <a:srgbClr val="70AD47"/>
                    </a:solidFill>
                  </a:tcPr>
                </a:tc>
                <a:tc>
                  <a:txBody>
                    <a:bodyPr/>
                    <a:lstStyle/>
                    <a:p>
                      <a:pPr algn="ctr"/>
                      <a:r>
                        <a:rPr sz="1200" b="1" dirty="0">
                          <a:solidFill>
                            <a:srgbClr val="000000"/>
                          </a:solidFill>
                        </a:rPr>
                        <a:t>Q</a:t>
                      </a:r>
                    </a:p>
                  </a:txBody>
                  <a:tcPr>
                    <a:lnL w="12700" cmpd="sng">
                      <a:solidFill>
                        <a:srgbClr val="000000"/>
                      </a:solidFill>
                    </a:lnL>
                    <a:lnR w="12700" cmpd="sng">
                      <a:solidFill>
                        <a:srgbClr val="000000"/>
                      </a:solidFill>
                    </a:lnR>
                    <a:lnT w="12700" cmpd="sng">
                      <a:solidFill>
                        <a:srgbClr val="000000"/>
                      </a:solidFill>
                    </a:lnT>
                    <a:lnB w="38100" cmpd="sng">
                      <a:solidFill>
                        <a:srgbClr val="000000"/>
                      </a:solidFill>
                    </a:lnB>
                    <a:solidFill>
                      <a:srgbClr val="70AD47"/>
                    </a:solidFill>
                  </a:tcPr>
                </a:tc>
                <a:tc>
                  <a:txBody>
                    <a:bodyPr/>
                    <a:lstStyle/>
                    <a:p>
                      <a:pPr algn="ctr"/>
                      <a:r>
                        <a:rPr sz="1200" b="1" dirty="0">
                          <a:solidFill>
                            <a:srgbClr val="000000"/>
                          </a:solidFill>
                        </a:rPr>
                        <a:t>Seasonal P</a:t>
                      </a:r>
                    </a:p>
                  </a:txBody>
                  <a:tcPr>
                    <a:lnL w="12700" cmpd="sng">
                      <a:solidFill>
                        <a:srgbClr val="000000"/>
                      </a:solidFill>
                    </a:lnL>
                    <a:lnR w="12700" cmpd="sng">
                      <a:solidFill>
                        <a:srgbClr val="000000"/>
                      </a:solidFill>
                    </a:lnR>
                    <a:lnT w="12700" cmpd="sng">
                      <a:solidFill>
                        <a:srgbClr val="000000"/>
                      </a:solidFill>
                    </a:lnT>
                    <a:lnB w="38100" cmpd="sng">
                      <a:solidFill>
                        <a:srgbClr val="000000"/>
                      </a:solidFill>
                    </a:lnB>
                    <a:solidFill>
                      <a:srgbClr val="70AD47"/>
                    </a:solidFill>
                  </a:tcPr>
                </a:tc>
                <a:tc>
                  <a:txBody>
                    <a:bodyPr/>
                    <a:lstStyle/>
                    <a:p>
                      <a:pPr algn="ctr"/>
                      <a:r>
                        <a:rPr sz="1200" b="1">
                          <a:solidFill>
                            <a:srgbClr val="000000"/>
                          </a:solidFill>
                        </a:rPr>
                        <a:t>Seasonal D</a:t>
                      </a:r>
                    </a:p>
                  </a:txBody>
                  <a:tcPr>
                    <a:lnL w="12700" cmpd="sng">
                      <a:solidFill>
                        <a:srgbClr val="000000"/>
                      </a:solidFill>
                    </a:lnL>
                    <a:lnR w="12700" cmpd="sng">
                      <a:solidFill>
                        <a:srgbClr val="000000"/>
                      </a:solidFill>
                    </a:lnR>
                    <a:lnT w="12700" cmpd="sng">
                      <a:solidFill>
                        <a:srgbClr val="000000"/>
                      </a:solidFill>
                    </a:lnT>
                    <a:lnB w="38100" cmpd="sng">
                      <a:solidFill>
                        <a:srgbClr val="000000"/>
                      </a:solidFill>
                    </a:lnB>
                    <a:solidFill>
                      <a:srgbClr val="70AD47"/>
                    </a:solidFill>
                  </a:tcPr>
                </a:tc>
                <a:tc>
                  <a:txBody>
                    <a:bodyPr/>
                    <a:lstStyle/>
                    <a:p>
                      <a:pPr algn="ctr"/>
                      <a:r>
                        <a:rPr sz="1200" b="1">
                          <a:solidFill>
                            <a:srgbClr val="000000"/>
                          </a:solidFill>
                        </a:rPr>
                        <a:t>Seasonal Q</a:t>
                      </a:r>
                    </a:p>
                  </a:txBody>
                  <a:tcPr>
                    <a:lnL w="12700" cmpd="sng">
                      <a:solidFill>
                        <a:srgbClr val="000000"/>
                      </a:solidFill>
                    </a:lnL>
                    <a:lnR w="12700" cmpd="sng">
                      <a:solidFill>
                        <a:srgbClr val="000000"/>
                      </a:solidFill>
                    </a:lnR>
                    <a:lnT w="12700" cmpd="sng">
                      <a:solidFill>
                        <a:srgbClr val="000000"/>
                      </a:solidFill>
                    </a:lnT>
                    <a:lnB w="38100" cmpd="sng">
                      <a:solidFill>
                        <a:srgbClr val="000000"/>
                      </a:solidFill>
                    </a:lnB>
                    <a:solidFill>
                      <a:srgbClr val="70AD47"/>
                    </a:solidFill>
                  </a:tcPr>
                </a:tc>
                <a:tc>
                  <a:txBody>
                    <a:bodyPr/>
                    <a:lstStyle/>
                    <a:p>
                      <a:pPr algn="ctr"/>
                      <a:r>
                        <a:rPr sz="1200" b="1" dirty="0">
                          <a:solidFill>
                            <a:srgbClr val="000000"/>
                          </a:solidFill>
                        </a:rPr>
                        <a:t>M</a:t>
                      </a:r>
                      <a:r>
                        <a:rPr lang="en-US" sz="1200" b="1" dirty="0">
                          <a:solidFill>
                            <a:srgbClr val="000000"/>
                          </a:solidFill>
                        </a:rPr>
                        <a:t>APE</a:t>
                      </a:r>
                      <a:endParaRPr sz="1200" b="1" dirty="0">
                        <a:solidFill>
                          <a:srgbClr val="000000"/>
                        </a:solidFill>
                      </a:endParaRPr>
                    </a:p>
                  </a:txBody>
                  <a:tcPr>
                    <a:lnL w="12700" cmpd="sng">
                      <a:solidFill>
                        <a:srgbClr val="000000"/>
                      </a:solidFill>
                    </a:lnL>
                    <a:lnR w="12700" cmpd="sng">
                      <a:solidFill>
                        <a:srgbClr val="000000"/>
                      </a:solidFill>
                    </a:lnR>
                    <a:lnT w="12700" cmpd="sng">
                      <a:solidFill>
                        <a:srgbClr val="000000"/>
                      </a:solidFill>
                    </a:lnT>
                    <a:lnB w="38100" cmpd="sng">
                      <a:solidFill>
                        <a:srgbClr val="000000"/>
                      </a:solidFill>
                    </a:lnB>
                    <a:solidFill>
                      <a:srgbClr val="70AD47"/>
                    </a:solidFill>
                  </a:tcPr>
                </a:tc>
                <a:extLst>
                  <a:ext uri="{0D108BD9-81ED-4DB2-BD59-A6C34878D82A}">
                    <a16:rowId xmlns:a16="http://schemas.microsoft.com/office/drawing/2014/main" val="10001"/>
                  </a:ext>
                </a:extLst>
              </a:tr>
              <a:tr h="228600">
                <a:tc>
                  <a:txBody>
                    <a:bodyPr/>
                    <a:lstStyle/>
                    <a:p>
                      <a:pPr algn="ctr"/>
                      <a:r>
                        <a:rPr sz="1200" dirty="0">
                          <a:solidFill>
                            <a:srgbClr val="FF0000"/>
                          </a:solidFill>
                        </a:rPr>
                        <a:t> Transaction Total</a:t>
                      </a:r>
                    </a:p>
                  </a:txBody>
                  <a:tcPr>
                    <a:lnL w="12700" cmpd="sng">
                      <a:solidFill>
                        <a:srgbClr val="000000"/>
                      </a:solidFill>
                    </a:lnL>
                    <a:lnR w="12700" cmpd="sng">
                      <a:solidFill>
                        <a:srgbClr val="000000"/>
                      </a:solidFill>
                    </a:lnR>
                    <a:lnT w="38100" cmpd="sng">
                      <a:solidFill>
                        <a:srgbClr val="000000"/>
                      </a:solidFill>
                    </a:lnT>
                    <a:lnB w="12700" cmpd="sng">
                      <a:solidFill>
                        <a:srgbClr val="000000"/>
                      </a:solidFill>
                    </a:lnB>
                    <a:solidFill>
                      <a:srgbClr val="EBF1E9"/>
                    </a:solidFill>
                  </a:tcPr>
                </a:tc>
                <a:tc>
                  <a:txBody>
                    <a:bodyPr/>
                    <a:lstStyle/>
                    <a:p>
                      <a:pPr algn="ctr"/>
                      <a:r>
                        <a:rPr sz="1200" dirty="0">
                          <a:solidFill>
                            <a:srgbClr val="FF0000"/>
                          </a:solidFill>
                        </a:rPr>
                        <a:t>4</a:t>
                      </a:r>
                    </a:p>
                  </a:txBody>
                  <a:tcPr>
                    <a:lnL w="12700" cmpd="sng">
                      <a:solidFill>
                        <a:srgbClr val="000000"/>
                      </a:solidFill>
                    </a:lnL>
                    <a:lnR w="12700" cmpd="sng">
                      <a:solidFill>
                        <a:srgbClr val="000000"/>
                      </a:solidFill>
                    </a:lnR>
                    <a:lnT w="38100" cmpd="sng">
                      <a:solidFill>
                        <a:srgbClr val="000000"/>
                      </a:solidFill>
                    </a:lnT>
                    <a:lnB w="12700" cmpd="sng">
                      <a:solidFill>
                        <a:srgbClr val="000000"/>
                      </a:solidFill>
                    </a:lnB>
                    <a:solidFill>
                      <a:srgbClr val="EBF1E9"/>
                    </a:solidFill>
                  </a:tcPr>
                </a:tc>
                <a:tc>
                  <a:txBody>
                    <a:bodyPr/>
                    <a:lstStyle/>
                    <a:p>
                      <a:pPr algn="ctr"/>
                      <a:r>
                        <a:rPr sz="1200" dirty="0">
                          <a:solidFill>
                            <a:srgbClr val="FF0000"/>
                          </a:solidFill>
                        </a:rPr>
                        <a:t>0</a:t>
                      </a:r>
                    </a:p>
                  </a:txBody>
                  <a:tcPr>
                    <a:lnL w="12700" cmpd="sng">
                      <a:solidFill>
                        <a:srgbClr val="000000"/>
                      </a:solidFill>
                    </a:lnL>
                    <a:lnR w="12700" cmpd="sng">
                      <a:solidFill>
                        <a:srgbClr val="000000"/>
                      </a:solidFill>
                    </a:lnR>
                    <a:lnT w="38100" cmpd="sng">
                      <a:solidFill>
                        <a:srgbClr val="000000"/>
                      </a:solidFill>
                    </a:lnT>
                    <a:lnB w="12700" cmpd="sng">
                      <a:solidFill>
                        <a:srgbClr val="000000"/>
                      </a:solidFill>
                    </a:lnB>
                    <a:solidFill>
                      <a:srgbClr val="EBF1E9"/>
                    </a:solidFill>
                  </a:tcPr>
                </a:tc>
                <a:tc>
                  <a:txBody>
                    <a:bodyPr/>
                    <a:lstStyle/>
                    <a:p>
                      <a:pPr algn="ctr"/>
                      <a:r>
                        <a:rPr sz="1200" dirty="0">
                          <a:solidFill>
                            <a:srgbClr val="FF0000"/>
                          </a:solidFill>
                        </a:rPr>
                        <a:t>1</a:t>
                      </a:r>
                    </a:p>
                  </a:txBody>
                  <a:tcPr>
                    <a:lnL w="12700" cmpd="sng">
                      <a:solidFill>
                        <a:srgbClr val="000000"/>
                      </a:solidFill>
                    </a:lnL>
                    <a:lnR w="12700" cmpd="sng">
                      <a:solidFill>
                        <a:srgbClr val="000000"/>
                      </a:solidFill>
                    </a:lnR>
                    <a:lnT w="38100" cmpd="sng">
                      <a:solidFill>
                        <a:srgbClr val="000000"/>
                      </a:solidFill>
                    </a:lnT>
                    <a:lnB w="12700" cmpd="sng">
                      <a:solidFill>
                        <a:srgbClr val="000000"/>
                      </a:solidFill>
                    </a:lnB>
                    <a:solidFill>
                      <a:srgbClr val="EBF1E9"/>
                    </a:solidFill>
                  </a:tcPr>
                </a:tc>
                <a:tc>
                  <a:txBody>
                    <a:bodyPr/>
                    <a:lstStyle/>
                    <a:p>
                      <a:pPr algn="ctr"/>
                      <a:r>
                        <a:rPr sz="1200" dirty="0">
                          <a:solidFill>
                            <a:srgbClr val="FF0000"/>
                          </a:solidFill>
                        </a:rPr>
                        <a:t>2</a:t>
                      </a:r>
                    </a:p>
                  </a:txBody>
                  <a:tcPr>
                    <a:lnL w="12700" cmpd="sng">
                      <a:solidFill>
                        <a:srgbClr val="000000"/>
                      </a:solidFill>
                    </a:lnL>
                    <a:lnR w="12700" cmpd="sng">
                      <a:solidFill>
                        <a:srgbClr val="000000"/>
                      </a:solidFill>
                    </a:lnR>
                    <a:lnT w="38100" cmpd="sng">
                      <a:solidFill>
                        <a:srgbClr val="000000"/>
                      </a:solidFill>
                    </a:lnT>
                    <a:lnB w="12700" cmpd="sng">
                      <a:solidFill>
                        <a:srgbClr val="000000"/>
                      </a:solidFill>
                    </a:lnB>
                    <a:solidFill>
                      <a:srgbClr val="EBF1E9"/>
                    </a:solidFill>
                  </a:tcPr>
                </a:tc>
                <a:tc>
                  <a:txBody>
                    <a:bodyPr/>
                    <a:lstStyle/>
                    <a:p>
                      <a:pPr algn="ctr"/>
                      <a:r>
                        <a:rPr sz="1200" dirty="0">
                          <a:solidFill>
                            <a:srgbClr val="FF0000"/>
                          </a:solidFill>
                        </a:rPr>
                        <a:t>0</a:t>
                      </a:r>
                    </a:p>
                  </a:txBody>
                  <a:tcPr>
                    <a:lnL w="12700" cmpd="sng">
                      <a:solidFill>
                        <a:srgbClr val="000000"/>
                      </a:solidFill>
                    </a:lnL>
                    <a:lnR w="12700" cmpd="sng">
                      <a:solidFill>
                        <a:srgbClr val="000000"/>
                      </a:solidFill>
                    </a:lnR>
                    <a:lnT w="38100" cmpd="sng">
                      <a:solidFill>
                        <a:srgbClr val="000000"/>
                      </a:solidFill>
                    </a:lnT>
                    <a:lnB w="12700" cmpd="sng">
                      <a:solidFill>
                        <a:srgbClr val="000000"/>
                      </a:solidFill>
                    </a:lnB>
                    <a:solidFill>
                      <a:srgbClr val="EBF1E9"/>
                    </a:solidFill>
                  </a:tcPr>
                </a:tc>
                <a:tc>
                  <a:txBody>
                    <a:bodyPr/>
                    <a:lstStyle/>
                    <a:p>
                      <a:pPr algn="ctr"/>
                      <a:r>
                        <a:rPr sz="1200" dirty="0">
                          <a:solidFill>
                            <a:srgbClr val="FF0000"/>
                          </a:solidFill>
                        </a:rPr>
                        <a:t>0</a:t>
                      </a:r>
                    </a:p>
                  </a:txBody>
                  <a:tcPr>
                    <a:lnL w="12700" cmpd="sng">
                      <a:solidFill>
                        <a:srgbClr val="000000"/>
                      </a:solidFill>
                    </a:lnL>
                    <a:lnR w="12700" cmpd="sng">
                      <a:solidFill>
                        <a:srgbClr val="000000"/>
                      </a:solidFill>
                    </a:lnR>
                    <a:lnT w="38100" cmpd="sng">
                      <a:solidFill>
                        <a:srgbClr val="000000"/>
                      </a:solidFill>
                    </a:lnT>
                    <a:lnB w="12700" cmpd="sng">
                      <a:solidFill>
                        <a:srgbClr val="000000"/>
                      </a:solidFill>
                    </a:lnB>
                    <a:solidFill>
                      <a:srgbClr val="EBF1E9"/>
                    </a:solidFill>
                  </a:tcPr>
                </a:tc>
                <a:tc>
                  <a:txBody>
                    <a:bodyPr/>
                    <a:lstStyle/>
                    <a:p>
                      <a:pPr algn="ctr"/>
                      <a:r>
                        <a:rPr sz="1200" dirty="0">
                          <a:solidFill>
                            <a:srgbClr val="FF0000"/>
                          </a:solidFill>
                        </a:rPr>
                        <a:t>0</a:t>
                      </a:r>
                    </a:p>
                  </a:txBody>
                  <a:tcPr>
                    <a:lnL w="12700" cmpd="sng">
                      <a:solidFill>
                        <a:srgbClr val="000000"/>
                      </a:solidFill>
                    </a:lnL>
                    <a:lnR w="12700" cmpd="sng">
                      <a:solidFill>
                        <a:srgbClr val="000000"/>
                      </a:solidFill>
                    </a:lnR>
                    <a:lnT w="38100" cmpd="sng">
                      <a:solidFill>
                        <a:srgbClr val="000000"/>
                      </a:solidFill>
                    </a:lnT>
                    <a:lnB w="12700" cmpd="sng">
                      <a:solidFill>
                        <a:srgbClr val="000000"/>
                      </a:solidFill>
                    </a:lnB>
                    <a:solidFill>
                      <a:srgbClr val="EBF1E9"/>
                    </a:solidFill>
                  </a:tcPr>
                </a:tc>
                <a:tc>
                  <a:txBody>
                    <a:bodyPr/>
                    <a:lstStyle/>
                    <a:p>
                      <a:pPr algn="ctr"/>
                      <a:r>
                        <a:rPr sz="1200" dirty="0">
                          <a:solidFill>
                            <a:srgbClr val="FF0000"/>
                          </a:solidFill>
                        </a:rPr>
                        <a:t>0.26</a:t>
                      </a:r>
                    </a:p>
                  </a:txBody>
                  <a:tcPr>
                    <a:lnL w="12700" cmpd="sng">
                      <a:solidFill>
                        <a:srgbClr val="000000"/>
                      </a:solidFill>
                    </a:lnL>
                    <a:lnR w="12700" cmpd="sng">
                      <a:solidFill>
                        <a:srgbClr val="000000"/>
                      </a:solidFill>
                    </a:lnR>
                    <a:lnT w="38100" cmpd="sng">
                      <a:solidFill>
                        <a:srgbClr val="000000"/>
                      </a:solidFill>
                    </a:lnT>
                    <a:lnB w="12700" cmpd="sng">
                      <a:solidFill>
                        <a:srgbClr val="000000"/>
                      </a:solidFill>
                    </a:lnB>
                    <a:solidFill>
                      <a:srgbClr val="EBF1E9"/>
                    </a:solidFill>
                  </a:tcPr>
                </a:tc>
                <a:extLst>
                  <a:ext uri="{0D108BD9-81ED-4DB2-BD59-A6C34878D82A}">
                    <a16:rowId xmlns:a16="http://schemas.microsoft.com/office/drawing/2014/main" val="10002"/>
                  </a:ext>
                </a:extLst>
              </a:tr>
              <a:tr h="228600">
                <a:tc>
                  <a:txBody>
                    <a:bodyPr/>
                    <a:lstStyle/>
                    <a:p>
                      <a:pPr algn="ctr"/>
                      <a:r>
                        <a:rPr sz="1200">
                          <a:solidFill>
                            <a:srgbClr val="000000"/>
                          </a:solidFill>
                        </a:rPr>
                        <a:t> Percentage</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4</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1</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0</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0</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0</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0</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0</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0.36</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extLst>
                  <a:ext uri="{0D108BD9-81ED-4DB2-BD59-A6C34878D82A}">
                    <a16:rowId xmlns:a16="http://schemas.microsoft.com/office/drawing/2014/main" val="10003"/>
                  </a:ext>
                </a:extLst>
              </a:tr>
              <a:tr h="228600">
                <a:tc>
                  <a:txBody>
                    <a:bodyPr/>
                    <a:lstStyle/>
                    <a:p>
                      <a:pPr algn="ctr"/>
                      <a:r>
                        <a:rPr sz="1200">
                          <a:solidFill>
                            <a:srgbClr val="000000"/>
                          </a:solidFill>
                        </a:rPr>
                        <a:t> Transaction Total</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3</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2</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2</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1</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0</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0</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0</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0.36</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extLst>
                  <a:ext uri="{0D108BD9-81ED-4DB2-BD59-A6C34878D82A}">
                    <a16:rowId xmlns:a16="http://schemas.microsoft.com/office/drawing/2014/main" val="10004"/>
                  </a:ext>
                </a:extLst>
              </a:tr>
              <a:tr h="228600">
                <a:tc>
                  <a:txBody>
                    <a:bodyPr/>
                    <a:lstStyle/>
                    <a:p>
                      <a:pPr algn="ctr"/>
                      <a:r>
                        <a:rPr sz="1200">
                          <a:solidFill>
                            <a:srgbClr val="000000"/>
                          </a:solidFill>
                        </a:rPr>
                        <a:t> Percentage</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3</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0</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0</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0</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0</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0</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1</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dirty="0">
                          <a:solidFill>
                            <a:srgbClr val="000000"/>
                          </a:solidFill>
                        </a:rPr>
                        <a:t>0.34</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extLst>
                  <a:ext uri="{0D108BD9-81ED-4DB2-BD59-A6C34878D82A}">
                    <a16:rowId xmlns:a16="http://schemas.microsoft.com/office/drawing/2014/main" val="10005"/>
                  </a:ext>
                </a:extLst>
              </a:tr>
            </a:tbl>
          </a:graphicData>
        </a:graphic>
      </p:graphicFrame>
      <p:graphicFrame>
        <p:nvGraphicFramePr>
          <p:cNvPr id="91" name="Content Placeholder 90">
            <a:extLst>
              <a:ext uri="{FF2B5EF4-FFF2-40B4-BE49-F238E27FC236}">
                <a16:creationId xmlns:a16="http://schemas.microsoft.com/office/drawing/2014/main" id="{0689B792-2436-715D-3178-4499925568AE}"/>
              </a:ext>
            </a:extLst>
          </p:cNvPr>
          <p:cNvGraphicFramePr>
            <a:graphicFrameLocks noGrp="1"/>
          </p:cNvGraphicFramePr>
          <p:nvPr>
            <p:ph sz="quarter" idx="18"/>
            <p:extLst>
              <p:ext uri="{D42A27DB-BD31-4B8C-83A1-F6EECF244321}">
                <p14:modId xmlns:p14="http://schemas.microsoft.com/office/powerpoint/2010/main" val="1011490674"/>
              </p:ext>
            </p:extLst>
          </p:nvPr>
        </p:nvGraphicFramePr>
        <p:xfrm>
          <a:off x="4495799" y="2057400"/>
          <a:ext cx="6857994" cy="1737360"/>
        </p:xfrm>
        <a:graphic>
          <a:graphicData uri="http://schemas.openxmlformats.org/drawingml/2006/table">
            <a:tbl>
              <a:tblPr firstRow="1" bandRow="1">
                <a:tableStyleId>{5C22544A-7EE6-4342-B048-85BDC9FD1C3A}</a:tableStyleId>
              </a:tblPr>
              <a:tblGrid>
                <a:gridCol w="1461948">
                  <a:extLst>
                    <a:ext uri="{9D8B030D-6E8A-4147-A177-3AD203B41FA5}">
                      <a16:colId xmlns:a16="http://schemas.microsoft.com/office/drawing/2014/main" val="20000"/>
                    </a:ext>
                  </a:extLst>
                </a:gridCol>
                <a:gridCol w="617537">
                  <a:extLst>
                    <a:ext uri="{9D8B030D-6E8A-4147-A177-3AD203B41FA5}">
                      <a16:colId xmlns:a16="http://schemas.microsoft.com/office/drawing/2014/main" val="20001"/>
                    </a:ext>
                  </a:extLst>
                </a:gridCol>
                <a:gridCol w="336520">
                  <a:extLst>
                    <a:ext uri="{9D8B030D-6E8A-4147-A177-3AD203B41FA5}">
                      <a16:colId xmlns:a16="http://schemas.microsoft.com/office/drawing/2014/main" val="20002"/>
                    </a:ext>
                  </a:extLst>
                </a:gridCol>
                <a:gridCol w="354400">
                  <a:extLst>
                    <a:ext uri="{9D8B030D-6E8A-4147-A177-3AD203B41FA5}">
                      <a16:colId xmlns:a16="http://schemas.microsoft.com/office/drawing/2014/main" val="20003"/>
                    </a:ext>
                  </a:extLst>
                </a:gridCol>
                <a:gridCol w="363341">
                  <a:extLst>
                    <a:ext uri="{9D8B030D-6E8A-4147-A177-3AD203B41FA5}">
                      <a16:colId xmlns:a16="http://schemas.microsoft.com/office/drawing/2014/main" val="20004"/>
                    </a:ext>
                  </a:extLst>
                </a:gridCol>
                <a:gridCol w="1007056">
                  <a:extLst>
                    <a:ext uri="{9D8B030D-6E8A-4147-A177-3AD203B41FA5}">
                      <a16:colId xmlns:a16="http://schemas.microsoft.com/office/drawing/2014/main" val="20005"/>
                    </a:ext>
                  </a:extLst>
                </a:gridCol>
                <a:gridCol w="1024937">
                  <a:extLst>
                    <a:ext uri="{9D8B030D-6E8A-4147-A177-3AD203B41FA5}">
                      <a16:colId xmlns:a16="http://schemas.microsoft.com/office/drawing/2014/main" val="20006"/>
                    </a:ext>
                  </a:extLst>
                </a:gridCol>
                <a:gridCol w="1033877">
                  <a:extLst>
                    <a:ext uri="{9D8B030D-6E8A-4147-A177-3AD203B41FA5}">
                      <a16:colId xmlns:a16="http://schemas.microsoft.com/office/drawing/2014/main" val="20007"/>
                    </a:ext>
                  </a:extLst>
                </a:gridCol>
                <a:gridCol w="658378">
                  <a:extLst>
                    <a:ext uri="{9D8B030D-6E8A-4147-A177-3AD203B41FA5}">
                      <a16:colId xmlns:a16="http://schemas.microsoft.com/office/drawing/2014/main" val="20008"/>
                    </a:ext>
                  </a:extLst>
                </a:gridCol>
              </a:tblGrid>
              <a:tr h="0">
                <a:tc gridSpan="9">
                  <a:txBody>
                    <a:bodyPr/>
                    <a:lstStyle/>
                    <a:p>
                      <a:pPr algn="ctr"/>
                      <a:r>
                        <a:rPr dirty="0">
                          <a:solidFill>
                            <a:srgbClr val="000000"/>
                          </a:solidFill>
                        </a:rPr>
                        <a:t>ARIMA Model Results</a:t>
                      </a:r>
                    </a:p>
                  </a:txBody>
                  <a:tcPr>
                    <a:lnL w="12700" cmpd="sng">
                      <a:solidFill>
                        <a:srgbClr val="FFFFFF"/>
                      </a:solidFill>
                    </a:lnL>
                    <a:lnR w="38100" cmpd="sng">
                      <a:solidFill>
                        <a:srgbClr val="FFFFFF"/>
                      </a:solidFill>
                    </a:lnR>
                    <a:lnT w="12700" cmpd="sng">
                      <a:solidFill>
                        <a:srgbClr val="FFFFFF"/>
                      </a:solidFill>
                    </a:lnT>
                    <a:lnB w="12700" cmpd="sng">
                      <a:solidFill>
                        <a:srgbClr val="000000"/>
                      </a:solidFill>
                    </a:lnB>
                    <a:solidFill>
                      <a:srgbClr val="70AD47">
                        <a:alpha val="0"/>
                      </a:srgbClr>
                    </a:solid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0"/>
                  </a:ext>
                </a:extLst>
              </a:tr>
              <a:tr h="228600">
                <a:tc>
                  <a:txBody>
                    <a:bodyPr/>
                    <a:lstStyle/>
                    <a:p>
                      <a:pPr algn="ctr"/>
                      <a:r>
                        <a:rPr sz="1200" b="1">
                          <a:solidFill>
                            <a:srgbClr val="000000"/>
                          </a:solidFill>
                        </a:rPr>
                        <a:t>Data Type</a:t>
                      </a:r>
                    </a:p>
                  </a:txBody>
                  <a:tcPr>
                    <a:lnL w="12700" cmpd="sng">
                      <a:solidFill>
                        <a:srgbClr val="000000"/>
                      </a:solidFill>
                    </a:lnL>
                    <a:lnR w="12700" cmpd="sng">
                      <a:solidFill>
                        <a:srgbClr val="000000"/>
                      </a:solidFill>
                    </a:lnR>
                    <a:lnT w="12700" cmpd="sng">
                      <a:solidFill>
                        <a:srgbClr val="000000"/>
                      </a:solidFill>
                    </a:lnT>
                    <a:lnB w="38100" cmpd="sng">
                      <a:solidFill>
                        <a:srgbClr val="000000"/>
                      </a:solidFill>
                    </a:lnB>
                    <a:solidFill>
                      <a:srgbClr val="70AD47"/>
                    </a:solidFill>
                  </a:tcPr>
                </a:tc>
                <a:tc>
                  <a:txBody>
                    <a:bodyPr/>
                    <a:lstStyle/>
                    <a:p>
                      <a:pPr algn="ctr"/>
                      <a:r>
                        <a:rPr sz="1200" b="1">
                          <a:solidFill>
                            <a:srgbClr val="000000"/>
                          </a:solidFill>
                        </a:rPr>
                        <a:t>Years</a:t>
                      </a:r>
                    </a:p>
                  </a:txBody>
                  <a:tcPr>
                    <a:lnL w="12700" cmpd="sng">
                      <a:solidFill>
                        <a:srgbClr val="000000"/>
                      </a:solidFill>
                    </a:lnL>
                    <a:lnR w="12700" cmpd="sng">
                      <a:solidFill>
                        <a:srgbClr val="000000"/>
                      </a:solidFill>
                    </a:lnR>
                    <a:lnT w="12700" cmpd="sng">
                      <a:solidFill>
                        <a:srgbClr val="000000"/>
                      </a:solidFill>
                    </a:lnT>
                    <a:lnB w="38100" cmpd="sng">
                      <a:solidFill>
                        <a:srgbClr val="000000"/>
                      </a:solidFill>
                    </a:lnB>
                    <a:solidFill>
                      <a:srgbClr val="70AD47"/>
                    </a:solidFill>
                  </a:tcPr>
                </a:tc>
                <a:tc>
                  <a:txBody>
                    <a:bodyPr/>
                    <a:lstStyle/>
                    <a:p>
                      <a:pPr algn="ctr"/>
                      <a:r>
                        <a:rPr sz="1200" b="1">
                          <a:solidFill>
                            <a:srgbClr val="000000"/>
                          </a:solidFill>
                        </a:rPr>
                        <a:t>P</a:t>
                      </a:r>
                    </a:p>
                  </a:txBody>
                  <a:tcPr>
                    <a:lnL w="12700" cmpd="sng">
                      <a:solidFill>
                        <a:srgbClr val="000000"/>
                      </a:solidFill>
                    </a:lnL>
                    <a:lnR w="12700" cmpd="sng">
                      <a:solidFill>
                        <a:srgbClr val="000000"/>
                      </a:solidFill>
                    </a:lnR>
                    <a:lnT w="12700" cmpd="sng">
                      <a:solidFill>
                        <a:srgbClr val="000000"/>
                      </a:solidFill>
                    </a:lnT>
                    <a:lnB w="38100" cmpd="sng">
                      <a:solidFill>
                        <a:srgbClr val="000000"/>
                      </a:solidFill>
                    </a:lnB>
                    <a:solidFill>
                      <a:srgbClr val="70AD47"/>
                    </a:solidFill>
                  </a:tcPr>
                </a:tc>
                <a:tc>
                  <a:txBody>
                    <a:bodyPr/>
                    <a:lstStyle/>
                    <a:p>
                      <a:pPr algn="ctr"/>
                      <a:r>
                        <a:rPr sz="1200" b="1">
                          <a:solidFill>
                            <a:srgbClr val="000000"/>
                          </a:solidFill>
                        </a:rPr>
                        <a:t>D</a:t>
                      </a:r>
                    </a:p>
                  </a:txBody>
                  <a:tcPr>
                    <a:lnL w="12700" cmpd="sng">
                      <a:solidFill>
                        <a:srgbClr val="000000"/>
                      </a:solidFill>
                    </a:lnL>
                    <a:lnR w="12700" cmpd="sng">
                      <a:solidFill>
                        <a:srgbClr val="000000"/>
                      </a:solidFill>
                    </a:lnR>
                    <a:lnT w="12700" cmpd="sng">
                      <a:solidFill>
                        <a:srgbClr val="000000"/>
                      </a:solidFill>
                    </a:lnT>
                    <a:lnB w="38100" cmpd="sng">
                      <a:solidFill>
                        <a:srgbClr val="000000"/>
                      </a:solidFill>
                    </a:lnB>
                    <a:solidFill>
                      <a:srgbClr val="70AD47"/>
                    </a:solidFill>
                  </a:tcPr>
                </a:tc>
                <a:tc>
                  <a:txBody>
                    <a:bodyPr/>
                    <a:lstStyle/>
                    <a:p>
                      <a:pPr algn="ctr"/>
                      <a:r>
                        <a:rPr sz="1200" b="1">
                          <a:solidFill>
                            <a:srgbClr val="000000"/>
                          </a:solidFill>
                        </a:rPr>
                        <a:t>Q</a:t>
                      </a:r>
                    </a:p>
                  </a:txBody>
                  <a:tcPr>
                    <a:lnL w="12700" cmpd="sng">
                      <a:solidFill>
                        <a:srgbClr val="000000"/>
                      </a:solidFill>
                    </a:lnL>
                    <a:lnR w="12700" cmpd="sng">
                      <a:solidFill>
                        <a:srgbClr val="000000"/>
                      </a:solidFill>
                    </a:lnR>
                    <a:lnT w="12700" cmpd="sng">
                      <a:solidFill>
                        <a:srgbClr val="000000"/>
                      </a:solidFill>
                    </a:lnT>
                    <a:lnB w="38100" cmpd="sng">
                      <a:solidFill>
                        <a:srgbClr val="000000"/>
                      </a:solidFill>
                    </a:lnB>
                    <a:solidFill>
                      <a:srgbClr val="70AD47"/>
                    </a:solidFill>
                  </a:tcPr>
                </a:tc>
                <a:tc>
                  <a:txBody>
                    <a:bodyPr/>
                    <a:lstStyle/>
                    <a:p>
                      <a:pPr algn="ctr"/>
                      <a:r>
                        <a:rPr sz="1200" b="1" dirty="0">
                          <a:solidFill>
                            <a:srgbClr val="000000"/>
                          </a:solidFill>
                        </a:rPr>
                        <a:t>Seasonal P</a:t>
                      </a:r>
                    </a:p>
                  </a:txBody>
                  <a:tcPr>
                    <a:lnL w="12700" cmpd="sng">
                      <a:solidFill>
                        <a:srgbClr val="000000"/>
                      </a:solidFill>
                    </a:lnL>
                    <a:lnR w="12700" cmpd="sng">
                      <a:solidFill>
                        <a:srgbClr val="000000"/>
                      </a:solidFill>
                    </a:lnR>
                    <a:lnT w="12700" cmpd="sng">
                      <a:solidFill>
                        <a:srgbClr val="000000"/>
                      </a:solidFill>
                    </a:lnT>
                    <a:lnB w="38100" cmpd="sng">
                      <a:solidFill>
                        <a:srgbClr val="000000"/>
                      </a:solidFill>
                    </a:lnB>
                    <a:solidFill>
                      <a:srgbClr val="70AD47"/>
                    </a:solidFill>
                  </a:tcPr>
                </a:tc>
                <a:tc>
                  <a:txBody>
                    <a:bodyPr/>
                    <a:lstStyle/>
                    <a:p>
                      <a:pPr algn="ctr"/>
                      <a:r>
                        <a:rPr sz="1200" b="1">
                          <a:solidFill>
                            <a:srgbClr val="000000"/>
                          </a:solidFill>
                        </a:rPr>
                        <a:t>Seasonal D</a:t>
                      </a:r>
                    </a:p>
                  </a:txBody>
                  <a:tcPr>
                    <a:lnL w="12700" cmpd="sng">
                      <a:solidFill>
                        <a:srgbClr val="000000"/>
                      </a:solidFill>
                    </a:lnL>
                    <a:lnR w="12700" cmpd="sng">
                      <a:solidFill>
                        <a:srgbClr val="000000"/>
                      </a:solidFill>
                    </a:lnR>
                    <a:lnT w="12700" cmpd="sng">
                      <a:solidFill>
                        <a:srgbClr val="000000"/>
                      </a:solidFill>
                    </a:lnT>
                    <a:lnB w="38100" cmpd="sng">
                      <a:solidFill>
                        <a:srgbClr val="000000"/>
                      </a:solidFill>
                    </a:lnB>
                    <a:solidFill>
                      <a:srgbClr val="70AD47"/>
                    </a:solidFill>
                  </a:tcPr>
                </a:tc>
                <a:tc>
                  <a:txBody>
                    <a:bodyPr/>
                    <a:lstStyle/>
                    <a:p>
                      <a:pPr algn="ctr"/>
                      <a:r>
                        <a:rPr sz="1200" b="1">
                          <a:solidFill>
                            <a:srgbClr val="000000"/>
                          </a:solidFill>
                        </a:rPr>
                        <a:t>Seasonal Q</a:t>
                      </a:r>
                    </a:p>
                  </a:txBody>
                  <a:tcPr>
                    <a:lnL w="12700" cmpd="sng">
                      <a:solidFill>
                        <a:srgbClr val="000000"/>
                      </a:solidFill>
                    </a:lnL>
                    <a:lnR w="12700" cmpd="sng">
                      <a:solidFill>
                        <a:srgbClr val="000000"/>
                      </a:solidFill>
                    </a:lnR>
                    <a:lnT w="12700" cmpd="sng">
                      <a:solidFill>
                        <a:srgbClr val="000000"/>
                      </a:solidFill>
                    </a:lnT>
                    <a:lnB w="38100" cmpd="sng">
                      <a:solidFill>
                        <a:srgbClr val="000000"/>
                      </a:solidFill>
                    </a:lnB>
                    <a:solidFill>
                      <a:srgbClr val="70AD47"/>
                    </a:solidFill>
                  </a:tcPr>
                </a:tc>
                <a:tc>
                  <a:txBody>
                    <a:bodyPr/>
                    <a:lstStyle/>
                    <a:p>
                      <a:pPr algn="ctr"/>
                      <a:r>
                        <a:rPr sz="1200" b="1" dirty="0">
                          <a:solidFill>
                            <a:srgbClr val="000000"/>
                          </a:solidFill>
                        </a:rPr>
                        <a:t>M</a:t>
                      </a:r>
                      <a:r>
                        <a:rPr lang="en-US" sz="1200" b="1" dirty="0">
                          <a:solidFill>
                            <a:srgbClr val="000000"/>
                          </a:solidFill>
                        </a:rPr>
                        <a:t>APE</a:t>
                      </a:r>
                      <a:endParaRPr sz="1200" b="1" dirty="0">
                        <a:solidFill>
                          <a:srgbClr val="000000"/>
                        </a:solidFill>
                      </a:endParaRPr>
                    </a:p>
                  </a:txBody>
                  <a:tcPr>
                    <a:lnL w="12700" cmpd="sng">
                      <a:solidFill>
                        <a:srgbClr val="000000"/>
                      </a:solidFill>
                    </a:lnL>
                    <a:lnR w="12700" cmpd="sng">
                      <a:solidFill>
                        <a:srgbClr val="000000"/>
                      </a:solidFill>
                    </a:lnR>
                    <a:lnT w="12700" cmpd="sng">
                      <a:solidFill>
                        <a:srgbClr val="000000"/>
                      </a:solidFill>
                    </a:lnT>
                    <a:lnB w="38100" cmpd="sng">
                      <a:solidFill>
                        <a:srgbClr val="000000"/>
                      </a:solidFill>
                    </a:lnB>
                    <a:solidFill>
                      <a:srgbClr val="70AD47"/>
                    </a:solidFill>
                  </a:tcPr>
                </a:tc>
                <a:extLst>
                  <a:ext uri="{0D108BD9-81ED-4DB2-BD59-A6C34878D82A}">
                    <a16:rowId xmlns:a16="http://schemas.microsoft.com/office/drawing/2014/main" val="10001"/>
                  </a:ext>
                </a:extLst>
              </a:tr>
              <a:tr h="228600">
                <a:tc>
                  <a:txBody>
                    <a:bodyPr/>
                    <a:lstStyle/>
                    <a:p>
                      <a:pPr algn="ctr"/>
                      <a:r>
                        <a:rPr sz="1200">
                          <a:solidFill>
                            <a:srgbClr val="000000"/>
                          </a:solidFill>
                        </a:rPr>
                        <a:t>Transaction Total</a:t>
                      </a:r>
                    </a:p>
                  </a:txBody>
                  <a:tcPr>
                    <a:lnL w="12700" cmpd="sng">
                      <a:solidFill>
                        <a:srgbClr val="000000"/>
                      </a:solidFill>
                    </a:lnL>
                    <a:lnR w="12700" cmpd="sng">
                      <a:solidFill>
                        <a:srgbClr val="000000"/>
                      </a:solidFill>
                    </a:lnR>
                    <a:lnT w="381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4</a:t>
                      </a:r>
                    </a:p>
                  </a:txBody>
                  <a:tcPr>
                    <a:lnL w="12700" cmpd="sng">
                      <a:solidFill>
                        <a:srgbClr val="000000"/>
                      </a:solidFill>
                    </a:lnL>
                    <a:lnR w="12700" cmpd="sng">
                      <a:solidFill>
                        <a:srgbClr val="000000"/>
                      </a:solidFill>
                    </a:lnR>
                    <a:lnT w="381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0</a:t>
                      </a:r>
                    </a:p>
                  </a:txBody>
                  <a:tcPr>
                    <a:lnL w="12700" cmpd="sng">
                      <a:solidFill>
                        <a:srgbClr val="000000"/>
                      </a:solidFill>
                    </a:lnL>
                    <a:lnR w="12700" cmpd="sng">
                      <a:solidFill>
                        <a:srgbClr val="000000"/>
                      </a:solidFill>
                    </a:lnR>
                    <a:lnT w="381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1</a:t>
                      </a:r>
                    </a:p>
                  </a:txBody>
                  <a:tcPr>
                    <a:lnL w="12700" cmpd="sng">
                      <a:solidFill>
                        <a:srgbClr val="000000"/>
                      </a:solidFill>
                    </a:lnL>
                    <a:lnR w="12700" cmpd="sng">
                      <a:solidFill>
                        <a:srgbClr val="000000"/>
                      </a:solidFill>
                    </a:lnR>
                    <a:lnT w="381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1</a:t>
                      </a:r>
                    </a:p>
                  </a:txBody>
                  <a:tcPr>
                    <a:lnL w="12700" cmpd="sng">
                      <a:solidFill>
                        <a:srgbClr val="000000"/>
                      </a:solidFill>
                    </a:lnL>
                    <a:lnR w="12700" cmpd="sng">
                      <a:solidFill>
                        <a:srgbClr val="000000"/>
                      </a:solidFill>
                    </a:lnR>
                    <a:lnT w="381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0</a:t>
                      </a:r>
                    </a:p>
                  </a:txBody>
                  <a:tcPr>
                    <a:lnL w="12700" cmpd="sng">
                      <a:solidFill>
                        <a:srgbClr val="000000"/>
                      </a:solidFill>
                    </a:lnL>
                    <a:lnR w="12700" cmpd="sng">
                      <a:solidFill>
                        <a:srgbClr val="000000"/>
                      </a:solidFill>
                    </a:lnR>
                    <a:lnT w="381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0</a:t>
                      </a:r>
                    </a:p>
                  </a:txBody>
                  <a:tcPr>
                    <a:lnL w="12700" cmpd="sng">
                      <a:solidFill>
                        <a:srgbClr val="000000"/>
                      </a:solidFill>
                    </a:lnL>
                    <a:lnR w="12700" cmpd="sng">
                      <a:solidFill>
                        <a:srgbClr val="000000"/>
                      </a:solidFill>
                    </a:lnR>
                    <a:lnT w="381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0</a:t>
                      </a:r>
                    </a:p>
                  </a:txBody>
                  <a:tcPr>
                    <a:lnL w="12700" cmpd="sng">
                      <a:solidFill>
                        <a:srgbClr val="000000"/>
                      </a:solidFill>
                    </a:lnL>
                    <a:lnR w="12700" cmpd="sng">
                      <a:solidFill>
                        <a:srgbClr val="000000"/>
                      </a:solidFill>
                    </a:lnR>
                    <a:lnT w="381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0.61</a:t>
                      </a:r>
                    </a:p>
                  </a:txBody>
                  <a:tcPr>
                    <a:lnL w="12700" cmpd="sng">
                      <a:solidFill>
                        <a:srgbClr val="000000"/>
                      </a:solidFill>
                    </a:lnL>
                    <a:lnR w="12700" cmpd="sng">
                      <a:solidFill>
                        <a:srgbClr val="000000"/>
                      </a:solidFill>
                    </a:lnR>
                    <a:lnT w="38100" cmpd="sng">
                      <a:solidFill>
                        <a:srgbClr val="000000"/>
                      </a:solidFill>
                    </a:lnT>
                    <a:lnB w="12700" cmpd="sng">
                      <a:solidFill>
                        <a:srgbClr val="000000"/>
                      </a:solidFill>
                    </a:lnB>
                    <a:solidFill>
                      <a:srgbClr val="EBF1E9"/>
                    </a:solidFill>
                  </a:tcPr>
                </a:tc>
                <a:extLst>
                  <a:ext uri="{0D108BD9-81ED-4DB2-BD59-A6C34878D82A}">
                    <a16:rowId xmlns:a16="http://schemas.microsoft.com/office/drawing/2014/main" val="10002"/>
                  </a:ext>
                </a:extLst>
              </a:tr>
              <a:tr h="228600">
                <a:tc>
                  <a:txBody>
                    <a:bodyPr/>
                    <a:lstStyle/>
                    <a:p>
                      <a:pPr algn="ctr"/>
                      <a:r>
                        <a:rPr sz="1200">
                          <a:solidFill>
                            <a:srgbClr val="000000"/>
                          </a:solidFill>
                        </a:rPr>
                        <a:t>Percentage</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4</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1</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0</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0</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0</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0</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0</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0.21</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extLst>
                  <a:ext uri="{0D108BD9-81ED-4DB2-BD59-A6C34878D82A}">
                    <a16:rowId xmlns:a16="http://schemas.microsoft.com/office/drawing/2014/main" val="10003"/>
                  </a:ext>
                </a:extLst>
              </a:tr>
              <a:tr h="228600">
                <a:tc>
                  <a:txBody>
                    <a:bodyPr/>
                    <a:lstStyle/>
                    <a:p>
                      <a:pPr algn="ctr"/>
                      <a:r>
                        <a:rPr sz="1200">
                          <a:solidFill>
                            <a:srgbClr val="000000"/>
                          </a:solidFill>
                        </a:rPr>
                        <a:t>Transaction Total</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3</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0</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1</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1</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0</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0</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0</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0.64</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extLst>
                  <a:ext uri="{0D108BD9-81ED-4DB2-BD59-A6C34878D82A}">
                    <a16:rowId xmlns:a16="http://schemas.microsoft.com/office/drawing/2014/main" val="10004"/>
                  </a:ext>
                </a:extLst>
              </a:tr>
              <a:tr h="228600">
                <a:tc>
                  <a:txBody>
                    <a:bodyPr/>
                    <a:lstStyle/>
                    <a:p>
                      <a:pPr algn="ctr"/>
                      <a:r>
                        <a:rPr sz="1200" dirty="0">
                          <a:solidFill>
                            <a:srgbClr val="FF0000"/>
                          </a:solidFill>
                        </a:rPr>
                        <a:t>Percentage</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dirty="0">
                          <a:solidFill>
                            <a:srgbClr val="FF0000"/>
                          </a:solidFill>
                        </a:rPr>
                        <a:t>3</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dirty="0">
                          <a:solidFill>
                            <a:srgbClr val="FF0000"/>
                          </a:solidFill>
                        </a:rPr>
                        <a:t>0</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dirty="0">
                          <a:solidFill>
                            <a:srgbClr val="FF0000"/>
                          </a:solidFill>
                        </a:rPr>
                        <a:t>0</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dirty="0">
                          <a:solidFill>
                            <a:srgbClr val="FF0000"/>
                          </a:solidFill>
                        </a:rPr>
                        <a:t>0</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dirty="0">
                          <a:solidFill>
                            <a:srgbClr val="FF0000"/>
                          </a:solidFill>
                        </a:rPr>
                        <a:t>0</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dirty="0">
                          <a:solidFill>
                            <a:srgbClr val="FF0000"/>
                          </a:solidFill>
                        </a:rPr>
                        <a:t>0</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dirty="0">
                          <a:solidFill>
                            <a:srgbClr val="FF0000"/>
                          </a:solidFill>
                        </a:rPr>
                        <a:t>1</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dirty="0">
                          <a:solidFill>
                            <a:srgbClr val="FF0000"/>
                          </a:solidFill>
                        </a:rPr>
                        <a:t>0.18</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0304052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49B8ECD-1AC6-D856-68DE-3317255F8CFE}"/>
              </a:ext>
            </a:extLst>
          </p:cNvPr>
          <p:cNvSpPr>
            <a:spLocks noGrp="1"/>
          </p:cNvSpPr>
          <p:nvPr>
            <p:ph type="title"/>
          </p:nvPr>
        </p:nvSpPr>
        <p:spPr>
          <a:xfrm>
            <a:off x="838200" y="161080"/>
            <a:ext cx="10515600" cy="618172"/>
          </a:xfrm>
        </p:spPr>
        <p:txBody>
          <a:bodyPr/>
          <a:lstStyle/>
          <a:p>
            <a:r>
              <a:rPr lang="en-US" dirty="0"/>
              <a:t>Methods</a:t>
            </a:r>
          </a:p>
        </p:txBody>
      </p:sp>
      <p:sp>
        <p:nvSpPr>
          <p:cNvPr id="7" name="Text Placeholder 6">
            <a:extLst>
              <a:ext uri="{FF2B5EF4-FFF2-40B4-BE49-F238E27FC236}">
                <a16:creationId xmlns:a16="http://schemas.microsoft.com/office/drawing/2014/main" id="{92C89F5D-850B-3AAF-AAAB-1B4F4C7E14D9}"/>
              </a:ext>
            </a:extLst>
          </p:cNvPr>
          <p:cNvSpPr>
            <a:spLocks noGrp="1"/>
          </p:cNvSpPr>
          <p:nvPr>
            <p:ph type="body" sz="quarter" idx="17"/>
          </p:nvPr>
        </p:nvSpPr>
        <p:spPr>
          <a:xfrm>
            <a:off x="838200" y="779252"/>
            <a:ext cx="10515600" cy="467232"/>
          </a:xfrm>
        </p:spPr>
        <p:txBody>
          <a:bodyPr/>
          <a:lstStyle/>
          <a:p>
            <a:r>
              <a:rPr lang="en-US" dirty="0"/>
              <a:t>Ensemble Modelling (Top 3 Desc1s vs. Others)</a:t>
            </a:r>
          </a:p>
        </p:txBody>
      </p:sp>
      <p:graphicFrame>
        <p:nvGraphicFramePr>
          <p:cNvPr id="13" name="Content Placeholder 12">
            <a:extLst>
              <a:ext uri="{FF2B5EF4-FFF2-40B4-BE49-F238E27FC236}">
                <a16:creationId xmlns:a16="http://schemas.microsoft.com/office/drawing/2014/main" id="{8C5E94CB-51D5-0775-D2DD-20DE2BA90252}"/>
              </a:ext>
            </a:extLst>
          </p:cNvPr>
          <p:cNvGraphicFramePr>
            <a:graphicFrameLocks noGrp="1"/>
          </p:cNvGraphicFramePr>
          <p:nvPr>
            <p:ph sz="quarter" idx="18"/>
            <p:extLst>
              <p:ext uri="{D42A27DB-BD31-4B8C-83A1-F6EECF244321}">
                <p14:modId xmlns:p14="http://schemas.microsoft.com/office/powerpoint/2010/main" val="2823057844"/>
              </p:ext>
            </p:extLst>
          </p:nvPr>
        </p:nvGraphicFramePr>
        <p:xfrm>
          <a:off x="4495800" y="2057400"/>
          <a:ext cx="6858000" cy="173736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tblGrid>
              <a:tr h="0">
                <a:tc gridSpan="3">
                  <a:txBody>
                    <a:bodyPr/>
                    <a:lstStyle/>
                    <a:p>
                      <a:pPr algn="ctr"/>
                      <a:r>
                        <a:rPr dirty="0">
                          <a:solidFill>
                            <a:srgbClr val="000000"/>
                          </a:solidFill>
                        </a:rPr>
                        <a:t>Ensemble Model Results</a:t>
                      </a:r>
                    </a:p>
                  </a:txBody>
                  <a:tcPr>
                    <a:lnL w="12700" cmpd="sng">
                      <a:solidFill>
                        <a:srgbClr val="FFFFFF"/>
                      </a:solidFill>
                    </a:lnL>
                    <a:lnR w="12700" cmpd="sng">
                      <a:solidFill>
                        <a:srgbClr val="FFFFFF"/>
                      </a:solidFill>
                    </a:lnR>
                    <a:lnT w="12700" cmpd="sng">
                      <a:solidFill>
                        <a:srgbClr val="FFFFFF"/>
                      </a:solidFill>
                    </a:lnT>
                    <a:lnB w="12700" cmpd="sng">
                      <a:solidFill>
                        <a:srgbClr val="000000"/>
                      </a:solidFill>
                    </a:lnB>
                    <a:solidFill>
                      <a:schemeClr val="accent1">
                        <a:alpha val="0"/>
                      </a:schemeClr>
                    </a:solidFill>
                  </a:tcPr>
                </a:tc>
                <a:tc hMerge="1">
                  <a:txBody>
                    <a:bodyPr/>
                    <a:lstStyle/>
                    <a:p>
                      <a:endParaRPr/>
                    </a:p>
                  </a:txBody>
                  <a:tcPr/>
                </a:tc>
                <a:tc hMerge="1">
                  <a:txBody>
                    <a:bodyPr/>
                    <a:lstStyle/>
                    <a:p>
                      <a:endParaRPr/>
                    </a:p>
                  </a:txBody>
                  <a:tcPr/>
                </a:tc>
                <a:extLst>
                  <a:ext uri="{0D108BD9-81ED-4DB2-BD59-A6C34878D82A}">
                    <a16:rowId xmlns:a16="http://schemas.microsoft.com/office/drawing/2014/main" val="10000"/>
                  </a:ext>
                </a:extLst>
              </a:tr>
              <a:tr h="228600">
                <a:tc>
                  <a:txBody>
                    <a:bodyPr/>
                    <a:lstStyle/>
                    <a:p>
                      <a:pPr algn="ctr"/>
                      <a:r>
                        <a:rPr sz="1200" b="1" dirty="0">
                          <a:solidFill>
                            <a:srgbClr val="000000"/>
                          </a:solidFill>
                        </a:rPr>
                        <a:t>Data Type</a:t>
                      </a:r>
                    </a:p>
                  </a:txBody>
                  <a:tcPr>
                    <a:lnL w="12700" cmpd="sng">
                      <a:solidFill>
                        <a:srgbClr val="000000"/>
                      </a:solidFill>
                    </a:lnL>
                    <a:lnR w="12700" cmpd="sng">
                      <a:solidFill>
                        <a:srgbClr val="000000"/>
                      </a:solidFill>
                    </a:lnR>
                    <a:lnT w="12700" cmpd="sng">
                      <a:solidFill>
                        <a:srgbClr val="000000"/>
                      </a:solidFill>
                    </a:lnT>
                    <a:lnB w="38100" cmpd="sng">
                      <a:solidFill>
                        <a:srgbClr val="000000"/>
                      </a:solidFill>
                    </a:lnB>
                    <a:solidFill>
                      <a:srgbClr val="70AD47"/>
                    </a:solidFill>
                  </a:tcPr>
                </a:tc>
                <a:tc>
                  <a:txBody>
                    <a:bodyPr/>
                    <a:lstStyle/>
                    <a:p>
                      <a:pPr algn="ctr"/>
                      <a:r>
                        <a:rPr sz="1200" b="1">
                          <a:solidFill>
                            <a:srgbClr val="000000"/>
                          </a:solidFill>
                        </a:rPr>
                        <a:t>Model</a:t>
                      </a:r>
                    </a:p>
                  </a:txBody>
                  <a:tcPr>
                    <a:lnL w="12700" cmpd="sng">
                      <a:solidFill>
                        <a:srgbClr val="000000"/>
                      </a:solidFill>
                    </a:lnL>
                    <a:lnR w="12700" cmpd="sng">
                      <a:solidFill>
                        <a:srgbClr val="000000"/>
                      </a:solidFill>
                    </a:lnR>
                    <a:lnT w="12700" cmpd="sng">
                      <a:solidFill>
                        <a:srgbClr val="000000"/>
                      </a:solidFill>
                    </a:lnT>
                    <a:lnB w="38100" cmpd="sng">
                      <a:solidFill>
                        <a:srgbClr val="000000"/>
                      </a:solidFill>
                    </a:lnB>
                    <a:solidFill>
                      <a:srgbClr val="70AD47"/>
                    </a:solidFill>
                  </a:tcPr>
                </a:tc>
                <a:tc>
                  <a:txBody>
                    <a:bodyPr/>
                    <a:lstStyle/>
                    <a:p>
                      <a:pPr algn="ctr"/>
                      <a:r>
                        <a:rPr sz="1200" b="1" dirty="0">
                          <a:solidFill>
                            <a:srgbClr val="000000"/>
                          </a:solidFill>
                        </a:rPr>
                        <a:t>M</a:t>
                      </a:r>
                      <a:r>
                        <a:rPr lang="en-US" sz="1200" b="1" dirty="0">
                          <a:solidFill>
                            <a:srgbClr val="000000"/>
                          </a:solidFill>
                        </a:rPr>
                        <a:t>APE</a:t>
                      </a:r>
                      <a:endParaRPr sz="1200" b="1" dirty="0">
                        <a:solidFill>
                          <a:srgbClr val="000000"/>
                        </a:solidFill>
                      </a:endParaRPr>
                    </a:p>
                  </a:txBody>
                  <a:tcPr>
                    <a:lnL w="12700" cmpd="sng">
                      <a:solidFill>
                        <a:srgbClr val="000000"/>
                      </a:solidFill>
                    </a:lnL>
                    <a:lnR w="12700" cmpd="sng">
                      <a:solidFill>
                        <a:srgbClr val="000000"/>
                      </a:solidFill>
                    </a:lnR>
                    <a:lnT w="12700" cmpd="sng">
                      <a:solidFill>
                        <a:srgbClr val="000000"/>
                      </a:solidFill>
                    </a:lnT>
                    <a:lnB w="38100" cmpd="sng">
                      <a:solidFill>
                        <a:srgbClr val="000000"/>
                      </a:solidFill>
                    </a:lnB>
                    <a:solidFill>
                      <a:srgbClr val="70AD47"/>
                    </a:solidFill>
                  </a:tcPr>
                </a:tc>
                <a:extLst>
                  <a:ext uri="{0D108BD9-81ED-4DB2-BD59-A6C34878D82A}">
                    <a16:rowId xmlns:a16="http://schemas.microsoft.com/office/drawing/2014/main" val="10001"/>
                  </a:ext>
                </a:extLst>
              </a:tr>
              <a:tr h="228600">
                <a:tc>
                  <a:txBody>
                    <a:bodyPr/>
                    <a:lstStyle/>
                    <a:p>
                      <a:pPr algn="ctr"/>
                      <a:r>
                        <a:rPr sz="1200" dirty="0">
                          <a:solidFill>
                            <a:srgbClr val="FF0000"/>
                          </a:solidFill>
                        </a:rPr>
                        <a:t>Percentage</a:t>
                      </a:r>
                    </a:p>
                  </a:txBody>
                  <a:tcPr>
                    <a:lnL w="12700" cmpd="sng">
                      <a:solidFill>
                        <a:srgbClr val="000000"/>
                      </a:solidFill>
                    </a:lnL>
                    <a:lnR w="12700" cmpd="sng">
                      <a:solidFill>
                        <a:srgbClr val="000000"/>
                      </a:solidFill>
                    </a:lnR>
                    <a:lnT w="38100" cmpd="sng">
                      <a:solidFill>
                        <a:srgbClr val="000000"/>
                      </a:solidFill>
                    </a:lnT>
                    <a:lnB w="12700" cmpd="sng">
                      <a:solidFill>
                        <a:srgbClr val="000000"/>
                      </a:solidFill>
                    </a:lnB>
                    <a:solidFill>
                      <a:srgbClr val="EBF1E9"/>
                    </a:solidFill>
                  </a:tcPr>
                </a:tc>
                <a:tc>
                  <a:txBody>
                    <a:bodyPr/>
                    <a:lstStyle/>
                    <a:p>
                      <a:pPr algn="ctr"/>
                      <a:r>
                        <a:rPr sz="1200" dirty="0">
                          <a:solidFill>
                            <a:srgbClr val="FF0000"/>
                          </a:solidFill>
                        </a:rPr>
                        <a:t>Gradient Boosting Regressor</a:t>
                      </a:r>
                    </a:p>
                  </a:txBody>
                  <a:tcPr>
                    <a:lnL w="12700" cmpd="sng">
                      <a:solidFill>
                        <a:srgbClr val="000000"/>
                      </a:solidFill>
                    </a:lnL>
                    <a:lnR w="12700" cmpd="sng">
                      <a:solidFill>
                        <a:srgbClr val="000000"/>
                      </a:solidFill>
                    </a:lnR>
                    <a:lnT w="38100" cmpd="sng">
                      <a:solidFill>
                        <a:srgbClr val="000000"/>
                      </a:solidFill>
                    </a:lnT>
                    <a:lnB w="12700" cmpd="sng">
                      <a:solidFill>
                        <a:srgbClr val="000000"/>
                      </a:solidFill>
                    </a:lnB>
                    <a:solidFill>
                      <a:srgbClr val="EBF1E9"/>
                    </a:solidFill>
                  </a:tcPr>
                </a:tc>
                <a:tc>
                  <a:txBody>
                    <a:bodyPr/>
                    <a:lstStyle/>
                    <a:p>
                      <a:pPr algn="ctr"/>
                      <a:r>
                        <a:rPr sz="1200" dirty="0">
                          <a:solidFill>
                            <a:srgbClr val="FF0000"/>
                          </a:solidFill>
                        </a:rPr>
                        <a:t>0.19</a:t>
                      </a:r>
                    </a:p>
                  </a:txBody>
                  <a:tcPr>
                    <a:lnL w="12700" cmpd="sng">
                      <a:solidFill>
                        <a:srgbClr val="000000"/>
                      </a:solidFill>
                    </a:lnL>
                    <a:lnR w="12700" cmpd="sng">
                      <a:solidFill>
                        <a:srgbClr val="000000"/>
                      </a:solidFill>
                    </a:lnR>
                    <a:lnT w="38100" cmpd="sng">
                      <a:solidFill>
                        <a:srgbClr val="000000"/>
                      </a:solidFill>
                    </a:lnT>
                    <a:lnB w="12700" cmpd="sng">
                      <a:solidFill>
                        <a:srgbClr val="000000"/>
                      </a:solidFill>
                    </a:lnB>
                    <a:solidFill>
                      <a:srgbClr val="EBF1E9"/>
                    </a:solidFill>
                  </a:tcPr>
                </a:tc>
                <a:extLst>
                  <a:ext uri="{0D108BD9-81ED-4DB2-BD59-A6C34878D82A}">
                    <a16:rowId xmlns:a16="http://schemas.microsoft.com/office/drawing/2014/main" val="10002"/>
                  </a:ext>
                </a:extLst>
              </a:tr>
              <a:tr h="228600">
                <a:tc>
                  <a:txBody>
                    <a:bodyPr/>
                    <a:lstStyle/>
                    <a:p>
                      <a:pPr algn="ctr"/>
                      <a:r>
                        <a:rPr sz="1200">
                          <a:solidFill>
                            <a:srgbClr val="000000"/>
                          </a:solidFill>
                        </a:rPr>
                        <a:t>Percentage</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Random Forest Regressor</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0.19</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extLst>
                  <a:ext uri="{0D108BD9-81ED-4DB2-BD59-A6C34878D82A}">
                    <a16:rowId xmlns:a16="http://schemas.microsoft.com/office/drawing/2014/main" val="10003"/>
                  </a:ext>
                </a:extLst>
              </a:tr>
              <a:tr h="228600">
                <a:tc>
                  <a:txBody>
                    <a:bodyPr/>
                    <a:lstStyle/>
                    <a:p>
                      <a:pPr algn="ctr"/>
                      <a:r>
                        <a:rPr sz="1200">
                          <a:solidFill>
                            <a:srgbClr val="000000"/>
                          </a:solidFill>
                        </a:rPr>
                        <a:t>Transaction Total</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Gradient Boosting Regressor</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0.82</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extLst>
                  <a:ext uri="{0D108BD9-81ED-4DB2-BD59-A6C34878D82A}">
                    <a16:rowId xmlns:a16="http://schemas.microsoft.com/office/drawing/2014/main" val="10004"/>
                  </a:ext>
                </a:extLst>
              </a:tr>
              <a:tr h="228600">
                <a:tc>
                  <a:txBody>
                    <a:bodyPr/>
                    <a:lstStyle/>
                    <a:p>
                      <a:pPr algn="ctr"/>
                      <a:r>
                        <a:rPr sz="1200">
                          <a:solidFill>
                            <a:srgbClr val="000000"/>
                          </a:solidFill>
                        </a:rPr>
                        <a:t>Transaction Total</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Random Forest Regressor</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dirty="0">
                          <a:solidFill>
                            <a:srgbClr val="000000"/>
                          </a:solidFill>
                        </a:rPr>
                        <a:t>0.74</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extLst>
                  <a:ext uri="{0D108BD9-81ED-4DB2-BD59-A6C34878D82A}">
                    <a16:rowId xmlns:a16="http://schemas.microsoft.com/office/drawing/2014/main" val="10005"/>
                  </a:ext>
                </a:extLst>
              </a:tr>
            </a:tbl>
          </a:graphicData>
        </a:graphic>
      </p:graphicFrame>
      <p:sp>
        <p:nvSpPr>
          <p:cNvPr id="11" name="Content Placeholder 10">
            <a:extLst>
              <a:ext uri="{FF2B5EF4-FFF2-40B4-BE49-F238E27FC236}">
                <a16:creationId xmlns:a16="http://schemas.microsoft.com/office/drawing/2014/main" id="{E9E9F5E8-27C4-278D-51E1-BF02D2FADE41}"/>
              </a:ext>
            </a:extLst>
          </p:cNvPr>
          <p:cNvSpPr>
            <a:spLocks noGrp="1"/>
          </p:cNvSpPr>
          <p:nvPr>
            <p:ph sz="quarter" idx="19"/>
          </p:nvPr>
        </p:nvSpPr>
        <p:spPr>
          <a:xfrm>
            <a:off x="838200" y="1433417"/>
            <a:ext cx="3200400" cy="5080096"/>
          </a:xfrm>
        </p:spPr>
        <p:txBody>
          <a:bodyPr>
            <a:normAutofit/>
          </a:bodyPr>
          <a:lstStyle/>
          <a:p>
            <a:r>
              <a:rPr lang="en-US" dirty="0"/>
              <a:t>Top 3 Desc1s:</a:t>
            </a:r>
          </a:p>
          <a:p>
            <a:pPr lvl="1"/>
            <a:r>
              <a:rPr lang="en-US" dirty="0"/>
              <a:t>Best Model: Percentage Gradient Boosting</a:t>
            </a:r>
          </a:p>
          <a:p>
            <a:pPr lvl="1"/>
            <a:r>
              <a:rPr lang="en-US" dirty="0"/>
              <a:t>MAPE: 0.19</a:t>
            </a:r>
          </a:p>
          <a:p>
            <a:pPr lvl="1"/>
            <a:r>
              <a:rPr lang="en-US" dirty="0"/>
              <a:t>Large difference between percentage and transaction total</a:t>
            </a:r>
          </a:p>
          <a:p>
            <a:pPr lvl="2"/>
            <a:endParaRPr lang="en-US" dirty="0"/>
          </a:p>
          <a:p>
            <a:r>
              <a:rPr lang="en-US" dirty="0"/>
              <a:t>Other Desc1s:</a:t>
            </a:r>
          </a:p>
          <a:p>
            <a:pPr lvl="1"/>
            <a:r>
              <a:rPr lang="en-US" dirty="0"/>
              <a:t>Best Model: Transaction Total Random Forest Regressor</a:t>
            </a:r>
          </a:p>
          <a:p>
            <a:pPr lvl="1"/>
            <a:r>
              <a:rPr lang="en-US" dirty="0"/>
              <a:t>MAPE: 0.31</a:t>
            </a:r>
          </a:p>
          <a:p>
            <a:pPr lvl="2"/>
            <a:endParaRPr lang="en-US" dirty="0"/>
          </a:p>
          <a:p>
            <a:r>
              <a:rPr lang="en-US" dirty="0"/>
              <a:t>Data Structure:</a:t>
            </a:r>
          </a:p>
          <a:p>
            <a:pPr lvl="1"/>
            <a:r>
              <a:rPr lang="en-US" dirty="0"/>
              <a:t>Features: last 12 periods (seasonality)</a:t>
            </a:r>
          </a:p>
          <a:p>
            <a:pPr lvl="1"/>
            <a:r>
              <a:rPr lang="en-US" dirty="0"/>
              <a:t>Target feature: current period</a:t>
            </a:r>
          </a:p>
          <a:p>
            <a:endParaRPr lang="en-US" dirty="0"/>
          </a:p>
          <a:p>
            <a:pPr lvl="1"/>
            <a:r>
              <a:rPr lang="en-US" i="1" dirty="0"/>
              <a:t>Note: MAPE is based on cross-validation with cv = 3</a:t>
            </a:r>
          </a:p>
        </p:txBody>
      </p:sp>
      <p:graphicFrame>
        <p:nvGraphicFramePr>
          <p:cNvPr id="14" name="Content Placeholder 13">
            <a:extLst>
              <a:ext uri="{FF2B5EF4-FFF2-40B4-BE49-F238E27FC236}">
                <a16:creationId xmlns:a16="http://schemas.microsoft.com/office/drawing/2014/main" id="{8E527191-7803-9509-ADC6-F58165685EBF}"/>
              </a:ext>
            </a:extLst>
          </p:cNvPr>
          <p:cNvGraphicFramePr>
            <a:graphicFrameLocks noGrp="1"/>
          </p:cNvGraphicFramePr>
          <p:nvPr>
            <p:ph sz="quarter" idx="20"/>
            <p:extLst>
              <p:ext uri="{D42A27DB-BD31-4B8C-83A1-F6EECF244321}">
                <p14:modId xmlns:p14="http://schemas.microsoft.com/office/powerpoint/2010/main" val="1590198518"/>
              </p:ext>
            </p:extLst>
          </p:nvPr>
        </p:nvGraphicFramePr>
        <p:xfrm>
          <a:off x="4495800" y="4114800"/>
          <a:ext cx="6858000" cy="173736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tblGrid>
              <a:tr h="0">
                <a:tc gridSpan="3">
                  <a:txBody>
                    <a:bodyPr/>
                    <a:lstStyle/>
                    <a:p>
                      <a:pPr algn="ctr"/>
                      <a:r>
                        <a:rPr>
                          <a:solidFill>
                            <a:srgbClr val="000000"/>
                          </a:solidFill>
                        </a:rPr>
                        <a:t>Ensemble Model Results Others</a:t>
                      </a:r>
                    </a:p>
                  </a:txBody>
                  <a:tcPr>
                    <a:lnL w="12700" cmpd="sng">
                      <a:solidFill>
                        <a:srgbClr val="FFFFFF"/>
                      </a:solidFill>
                    </a:lnL>
                    <a:lnR w="12700" cmpd="sng">
                      <a:solidFill>
                        <a:srgbClr val="FFFFFF"/>
                      </a:solidFill>
                    </a:lnR>
                    <a:lnT w="12700" cmpd="sng">
                      <a:solidFill>
                        <a:srgbClr val="FFFFFF"/>
                      </a:solidFill>
                    </a:lnT>
                    <a:lnB w="12700" cmpd="sng">
                      <a:solidFill>
                        <a:srgbClr val="000000"/>
                      </a:solidFill>
                    </a:lnB>
                    <a:solidFill>
                      <a:schemeClr val="accent1">
                        <a:alpha val="0"/>
                      </a:schemeClr>
                    </a:solidFill>
                  </a:tcPr>
                </a:tc>
                <a:tc hMerge="1">
                  <a:txBody>
                    <a:bodyPr/>
                    <a:lstStyle/>
                    <a:p>
                      <a:endParaRPr/>
                    </a:p>
                  </a:txBody>
                  <a:tcPr/>
                </a:tc>
                <a:tc hMerge="1">
                  <a:txBody>
                    <a:bodyPr/>
                    <a:lstStyle/>
                    <a:p>
                      <a:endParaRPr/>
                    </a:p>
                  </a:txBody>
                  <a:tcPr/>
                </a:tc>
                <a:extLst>
                  <a:ext uri="{0D108BD9-81ED-4DB2-BD59-A6C34878D82A}">
                    <a16:rowId xmlns:a16="http://schemas.microsoft.com/office/drawing/2014/main" val="10000"/>
                  </a:ext>
                </a:extLst>
              </a:tr>
              <a:tr h="228600">
                <a:tc>
                  <a:txBody>
                    <a:bodyPr/>
                    <a:lstStyle/>
                    <a:p>
                      <a:pPr algn="ctr"/>
                      <a:r>
                        <a:rPr sz="1200" b="1" dirty="0">
                          <a:solidFill>
                            <a:srgbClr val="000000"/>
                          </a:solidFill>
                        </a:rPr>
                        <a:t>Data Type</a:t>
                      </a:r>
                    </a:p>
                  </a:txBody>
                  <a:tcPr>
                    <a:lnL w="12700" cmpd="sng">
                      <a:solidFill>
                        <a:srgbClr val="000000"/>
                      </a:solidFill>
                    </a:lnL>
                    <a:lnR w="12700" cmpd="sng">
                      <a:solidFill>
                        <a:srgbClr val="000000"/>
                      </a:solidFill>
                    </a:lnR>
                    <a:lnT w="12700" cmpd="sng">
                      <a:solidFill>
                        <a:srgbClr val="000000"/>
                      </a:solidFill>
                    </a:lnT>
                    <a:lnB w="38100" cmpd="sng">
                      <a:solidFill>
                        <a:srgbClr val="000000"/>
                      </a:solidFill>
                    </a:lnB>
                    <a:solidFill>
                      <a:srgbClr val="70AD47"/>
                    </a:solidFill>
                  </a:tcPr>
                </a:tc>
                <a:tc>
                  <a:txBody>
                    <a:bodyPr/>
                    <a:lstStyle/>
                    <a:p>
                      <a:pPr algn="ctr"/>
                      <a:r>
                        <a:rPr sz="1200" b="1">
                          <a:solidFill>
                            <a:srgbClr val="000000"/>
                          </a:solidFill>
                        </a:rPr>
                        <a:t>Model</a:t>
                      </a:r>
                    </a:p>
                  </a:txBody>
                  <a:tcPr>
                    <a:lnL w="12700" cmpd="sng">
                      <a:solidFill>
                        <a:srgbClr val="000000"/>
                      </a:solidFill>
                    </a:lnL>
                    <a:lnR w="12700" cmpd="sng">
                      <a:solidFill>
                        <a:srgbClr val="000000"/>
                      </a:solidFill>
                    </a:lnR>
                    <a:lnT w="12700" cmpd="sng">
                      <a:solidFill>
                        <a:srgbClr val="000000"/>
                      </a:solidFill>
                    </a:lnT>
                    <a:lnB w="38100" cmpd="sng">
                      <a:solidFill>
                        <a:srgbClr val="000000"/>
                      </a:solidFill>
                    </a:lnB>
                    <a:solidFill>
                      <a:srgbClr val="70AD47"/>
                    </a:solidFill>
                  </a:tcPr>
                </a:tc>
                <a:tc>
                  <a:txBody>
                    <a:bodyPr/>
                    <a:lstStyle/>
                    <a:p>
                      <a:pPr algn="ctr"/>
                      <a:r>
                        <a:rPr sz="1200" b="1" dirty="0">
                          <a:solidFill>
                            <a:srgbClr val="000000"/>
                          </a:solidFill>
                        </a:rPr>
                        <a:t>M</a:t>
                      </a:r>
                      <a:r>
                        <a:rPr lang="en-US" sz="1200" b="1" dirty="0">
                          <a:solidFill>
                            <a:srgbClr val="000000"/>
                          </a:solidFill>
                        </a:rPr>
                        <a:t>APE</a:t>
                      </a:r>
                      <a:endParaRPr sz="1200" b="1" dirty="0">
                        <a:solidFill>
                          <a:srgbClr val="000000"/>
                        </a:solidFill>
                      </a:endParaRPr>
                    </a:p>
                  </a:txBody>
                  <a:tcPr>
                    <a:lnL w="12700" cmpd="sng">
                      <a:solidFill>
                        <a:srgbClr val="000000"/>
                      </a:solidFill>
                    </a:lnL>
                    <a:lnR w="12700" cmpd="sng">
                      <a:solidFill>
                        <a:srgbClr val="000000"/>
                      </a:solidFill>
                    </a:lnR>
                    <a:lnT w="12700" cmpd="sng">
                      <a:solidFill>
                        <a:srgbClr val="000000"/>
                      </a:solidFill>
                    </a:lnT>
                    <a:lnB w="38100" cmpd="sng">
                      <a:solidFill>
                        <a:srgbClr val="000000"/>
                      </a:solidFill>
                    </a:lnB>
                    <a:solidFill>
                      <a:srgbClr val="70AD47"/>
                    </a:solidFill>
                  </a:tcPr>
                </a:tc>
                <a:extLst>
                  <a:ext uri="{0D108BD9-81ED-4DB2-BD59-A6C34878D82A}">
                    <a16:rowId xmlns:a16="http://schemas.microsoft.com/office/drawing/2014/main" val="10001"/>
                  </a:ext>
                </a:extLst>
              </a:tr>
              <a:tr h="228600">
                <a:tc>
                  <a:txBody>
                    <a:bodyPr/>
                    <a:lstStyle/>
                    <a:p>
                      <a:pPr algn="ctr"/>
                      <a:r>
                        <a:rPr sz="1200">
                          <a:solidFill>
                            <a:srgbClr val="000000"/>
                          </a:solidFill>
                        </a:rPr>
                        <a:t>Percentage</a:t>
                      </a:r>
                    </a:p>
                  </a:txBody>
                  <a:tcPr>
                    <a:lnL w="12700" cmpd="sng">
                      <a:solidFill>
                        <a:srgbClr val="000000"/>
                      </a:solidFill>
                    </a:lnL>
                    <a:lnR w="12700" cmpd="sng">
                      <a:solidFill>
                        <a:srgbClr val="000000"/>
                      </a:solidFill>
                    </a:lnR>
                    <a:lnT w="381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Gradient Boosting Regressor</a:t>
                      </a:r>
                    </a:p>
                  </a:txBody>
                  <a:tcPr>
                    <a:lnL w="12700" cmpd="sng">
                      <a:solidFill>
                        <a:srgbClr val="000000"/>
                      </a:solidFill>
                    </a:lnL>
                    <a:lnR w="12700" cmpd="sng">
                      <a:solidFill>
                        <a:srgbClr val="000000"/>
                      </a:solidFill>
                    </a:lnR>
                    <a:lnT w="38100" cmpd="sng">
                      <a:solidFill>
                        <a:srgbClr val="000000"/>
                      </a:solidFill>
                    </a:lnT>
                    <a:lnB w="12700" cmpd="sng">
                      <a:solidFill>
                        <a:srgbClr val="000000"/>
                      </a:solidFill>
                    </a:lnB>
                    <a:solidFill>
                      <a:srgbClr val="EBF1E9"/>
                    </a:solidFill>
                  </a:tcPr>
                </a:tc>
                <a:tc>
                  <a:txBody>
                    <a:bodyPr/>
                    <a:lstStyle/>
                    <a:p>
                      <a:pPr algn="ctr"/>
                      <a:r>
                        <a:rPr sz="1200" dirty="0">
                          <a:solidFill>
                            <a:srgbClr val="000000"/>
                          </a:solidFill>
                        </a:rPr>
                        <a:t>0.37</a:t>
                      </a:r>
                    </a:p>
                  </a:txBody>
                  <a:tcPr>
                    <a:lnL w="12700" cmpd="sng">
                      <a:solidFill>
                        <a:srgbClr val="000000"/>
                      </a:solidFill>
                    </a:lnL>
                    <a:lnR w="12700" cmpd="sng">
                      <a:solidFill>
                        <a:srgbClr val="000000"/>
                      </a:solidFill>
                    </a:lnR>
                    <a:lnT w="38100" cmpd="sng">
                      <a:solidFill>
                        <a:srgbClr val="000000"/>
                      </a:solidFill>
                    </a:lnT>
                    <a:lnB w="12700" cmpd="sng">
                      <a:solidFill>
                        <a:srgbClr val="000000"/>
                      </a:solidFill>
                    </a:lnB>
                    <a:solidFill>
                      <a:srgbClr val="EBF1E9"/>
                    </a:solidFill>
                  </a:tcPr>
                </a:tc>
                <a:extLst>
                  <a:ext uri="{0D108BD9-81ED-4DB2-BD59-A6C34878D82A}">
                    <a16:rowId xmlns:a16="http://schemas.microsoft.com/office/drawing/2014/main" val="10002"/>
                  </a:ext>
                </a:extLst>
              </a:tr>
              <a:tr h="228600">
                <a:tc>
                  <a:txBody>
                    <a:bodyPr/>
                    <a:lstStyle/>
                    <a:p>
                      <a:pPr algn="ctr"/>
                      <a:r>
                        <a:rPr sz="1200">
                          <a:solidFill>
                            <a:srgbClr val="000000"/>
                          </a:solidFill>
                        </a:rPr>
                        <a:t>Percentage</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Random Forest Regressor</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0.34</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extLst>
                  <a:ext uri="{0D108BD9-81ED-4DB2-BD59-A6C34878D82A}">
                    <a16:rowId xmlns:a16="http://schemas.microsoft.com/office/drawing/2014/main" val="10003"/>
                  </a:ext>
                </a:extLst>
              </a:tr>
              <a:tr h="228600">
                <a:tc>
                  <a:txBody>
                    <a:bodyPr/>
                    <a:lstStyle/>
                    <a:p>
                      <a:pPr algn="ctr"/>
                      <a:r>
                        <a:rPr sz="1200">
                          <a:solidFill>
                            <a:srgbClr val="000000"/>
                          </a:solidFill>
                        </a:rPr>
                        <a:t>Transaction Total</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dirty="0">
                          <a:solidFill>
                            <a:srgbClr val="000000"/>
                          </a:solidFill>
                        </a:rPr>
                        <a:t>Gradient Boosting Regressor</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0.33</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extLst>
                  <a:ext uri="{0D108BD9-81ED-4DB2-BD59-A6C34878D82A}">
                    <a16:rowId xmlns:a16="http://schemas.microsoft.com/office/drawing/2014/main" val="10004"/>
                  </a:ext>
                </a:extLst>
              </a:tr>
              <a:tr h="228600">
                <a:tc>
                  <a:txBody>
                    <a:bodyPr/>
                    <a:lstStyle/>
                    <a:p>
                      <a:pPr algn="ctr"/>
                      <a:r>
                        <a:rPr sz="1200">
                          <a:solidFill>
                            <a:srgbClr val="FF0000"/>
                          </a:solidFill>
                        </a:rPr>
                        <a:t>Transaction Total</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FF0000"/>
                          </a:solidFill>
                        </a:rPr>
                        <a:t>Random Forest Regressor</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dirty="0">
                          <a:solidFill>
                            <a:srgbClr val="FF0000"/>
                          </a:solidFill>
                        </a:rPr>
                        <a:t>0.31</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4419697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CC617-D30B-E49A-5F4B-DFF481A4C608}"/>
              </a:ext>
            </a:extLst>
          </p:cNvPr>
          <p:cNvSpPr>
            <a:spLocks noGrp="1"/>
          </p:cNvSpPr>
          <p:nvPr>
            <p:ph type="title"/>
          </p:nvPr>
        </p:nvSpPr>
        <p:spPr/>
        <p:txBody>
          <a:bodyPr/>
          <a:lstStyle/>
          <a:p>
            <a:r>
              <a:rPr lang="en-US" dirty="0"/>
              <a:t>Results</a:t>
            </a:r>
            <a:endParaRPr lang="en-US" sz="3000" dirty="0"/>
          </a:p>
        </p:txBody>
      </p:sp>
      <p:sp>
        <p:nvSpPr>
          <p:cNvPr id="5" name="Text Placeholder 4">
            <a:extLst>
              <a:ext uri="{FF2B5EF4-FFF2-40B4-BE49-F238E27FC236}">
                <a16:creationId xmlns:a16="http://schemas.microsoft.com/office/drawing/2014/main" id="{7897352D-72E6-2DAF-81C0-8AAB787FDFE3}"/>
              </a:ext>
            </a:extLst>
          </p:cNvPr>
          <p:cNvSpPr>
            <a:spLocks noGrp="1"/>
          </p:cNvSpPr>
          <p:nvPr>
            <p:ph type="body" sz="quarter" idx="17"/>
          </p:nvPr>
        </p:nvSpPr>
        <p:spPr/>
        <p:txBody>
          <a:bodyPr/>
          <a:lstStyle/>
          <a:p>
            <a:r>
              <a:rPr lang="en-US" sz="3000" dirty="0"/>
              <a:t>OLS &amp; </a:t>
            </a:r>
            <a:r>
              <a:rPr lang="en-US" sz="3000" dirty="0" err="1"/>
              <a:t>Adfuller</a:t>
            </a:r>
            <a:r>
              <a:rPr lang="en-US" sz="3000" dirty="0"/>
              <a:t> Testing</a:t>
            </a:r>
            <a:endParaRPr lang="en-US" dirty="0"/>
          </a:p>
        </p:txBody>
      </p:sp>
      <p:sp>
        <p:nvSpPr>
          <p:cNvPr id="24" name="TextBox 23">
            <a:extLst>
              <a:ext uri="{FF2B5EF4-FFF2-40B4-BE49-F238E27FC236}">
                <a16:creationId xmlns:a16="http://schemas.microsoft.com/office/drawing/2014/main" id="{07319203-13D9-3200-A2E7-970B77058D8A}"/>
              </a:ext>
            </a:extLst>
          </p:cNvPr>
          <p:cNvSpPr txBox="1"/>
          <p:nvPr/>
        </p:nvSpPr>
        <p:spPr>
          <a:xfrm>
            <a:off x="1087755" y="5943600"/>
            <a:ext cx="2743200" cy="800219"/>
          </a:xfrm>
          <a:prstGeom prst="rect">
            <a:avLst/>
          </a:prstGeom>
          <a:noFill/>
        </p:spPr>
        <p:txBody>
          <a:bodyPr wrap="square" rtlCol="0">
            <a:spAutoFit/>
          </a:bodyPr>
          <a:lstStyle/>
          <a:p>
            <a:r>
              <a:rPr lang="en-US" b="1" dirty="0"/>
              <a:t>Large Transactions/OLS:</a:t>
            </a:r>
          </a:p>
          <a:p>
            <a:pPr marL="285750" indent="-285750">
              <a:buFont typeface="Arial" panose="020B0604020202020204" pitchFamily="34" charset="0"/>
              <a:buChar char="•"/>
            </a:pPr>
            <a:r>
              <a:rPr lang="en-US" sz="1400" dirty="0"/>
              <a:t>Have no significant association with total transaction amount</a:t>
            </a:r>
          </a:p>
        </p:txBody>
      </p:sp>
      <p:graphicFrame>
        <p:nvGraphicFramePr>
          <p:cNvPr id="3" name="Table 2">
            <a:extLst>
              <a:ext uri="{FF2B5EF4-FFF2-40B4-BE49-F238E27FC236}">
                <a16:creationId xmlns:a16="http://schemas.microsoft.com/office/drawing/2014/main" id="{B05E20FF-F664-7871-5A9A-1FDE82B85D14}"/>
              </a:ext>
            </a:extLst>
          </p:cNvPr>
          <p:cNvGraphicFramePr>
            <a:graphicFrameLocks noGrp="1"/>
          </p:cNvGraphicFramePr>
          <p:nvPr/>
        </p:nvGraphicFramePr>
        <p:xfrm>
          <a:off x="1087755" y="1666856"/>
          <a:ext cx="2743200" cy="411480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tblGrid>
              <a:tr h="0">
                <a:tc gridSpan="2">
                  <a:txBody>
                    <a:bodyPr/>
                    <a:lstStyle/>
                    <a:p>
                      <a:pPr algn="ctr"/>
                      <a:r>
                        <a:rPr dirty="0">
                          <a:solidFill>
                            <a:srgbClr val="000000"/>
                          </a:solidFill>
                        </a:rPr>
                        <a:t>Large Transactions Regression Results</a:t>
                      </a:r>
                    </a:p>
                  </a:txBody>
                  <a:tcPr>
                    <a:lnL w="12700" cmpd="sng">
                      <a:solidFill>
                        <a:srgbClr val="FFFFFF"/>
                      </a:solidFill>
                    </a:lnL>
                    <a:lnR w="12700" cmpd="sng">
                      <a:solidFill>
                        <a:srgbClr val="FFFFFF"/>
                      </a:solidFill>
                    </a:lnR>
                    <a:lnT w="12700" cmpd="sng">
                      <a:solidFill>
                        <a:srgbClr val="FFFFFF"/>
                      </a:solidFill>
                    </a:lnT>
                    <a:lnB w="12700" cmpd="sng">
                      <a:solidFill>
                        <a:srgbClr val="000000"/>
                      </a:solidFill>
                    </a:lnB>
                    <a:solidFill>
                      <a:schemeClr val="accent1">
                        <a:alpha val="0"/>
                      </a:schemeClr>
                    </a:solidFill>
                  </a:tcPr>
                </a:tc>
                <a:tc hMerge="1">
                  <a:txBody>
                    <a:bodyPr/>
                    <a:lstStyle/>
                    <a:p>
                      <a:endParaRPr/>
                    </a:p>
                  </a:txBody>
                  <a:tcPr/>
                </a:tc>
                <a:extLst>
                  <a:ext uri="{0D108BD9-81ED-4DB2-BD59-A6C34878D82A}">
                    <a16:rowId xmlns:a16="http://schemas.microsoft.com/office/drawing/2014/main" val="10000"/>
                  </a:ext>
                </a:extLst>
              </a:tr>
              <a:tr h="228600">
                <a:tc>
                  <a:txBody>
                    <a:bodyPr/>
                    <a:lstStyle/>
                    <a:p>
                      <a:pPr algn="ctr"/>
                      <a:r>
                        <a:rPr sz="1200" b="1" dirty="0">
                          <a:solidFill>
                            <a:srgbClr val="000000"/>
                          </a:solidFill>
                        </a:rPr>
                        <a:t>Transaction Amounts</a:t>
                      </a:r>
                    </a:p>
                  </a:txBody>
                  <a:tcPr>
                    <a:lnL w="12700" cmpd="sng">
                      <a:solidFill>
                        <a:srgbClr val="000000"/>
                      </a:solidFill>
                    </a:lnL>
                    <a:lnR w="12700" cmpd="sng">
                      <a:solidFill>
                        <a:srgbClr val="000000"/>
                      </a:solidFill>
                    </a:lnR>
                    <a:lnT w="12700" cmpd="sng">
                      <a:solidFill>
                        <a:srgbClr val="000000"/>
                      </a:solidFill>
                    </a:lnT>
                    <a:lnB w="38100" cmpd="sng">
                      <a:solidFill>
                        <a:srgbClr val="000000"/>
                      </a:solidFill>
                    </a:lnB>
                    <a:solidFill>
                      <a:srgbClr val="70AD47"/>
                    </a:solidFill>
                  </a:tcPr>
                </a:tc>
                <a:tc>
                  <a:txBody>
                    <a:bodyPr/>
                    <a:lstStyle/>
                    <a:p>
                      <a:pPr algn="ctr"/>
                      <a:r>
                        <a:rPr sz="1200" b="1" dirty="0">
                          <a:solidFill>
                            <a:srgbClr val="000000"/>
                          </a:solidFill>
                        </a:rPr>
                        <a:t>P-Values</a:t>
                      </a:r>
                    </a:p>
                  </a:txBody>
                  <a:tcPr>
                    <a:lnL w="12700" cmpd="sng">
                      <a:solidFill>
                        <a:srgbClr val="000000"/>
                      </a:solidFill>
                    </a:lnL>
                    <a:lnR w="12700" cmpd="sng">
                      <a:solidFill>
                        <a:srgbClr val="000000"/>
                      </a:solidFill>
                    </a:lnR>
                    <a:lnT w="12700" cmpd="sng">
                      <a:solidFill>
                        <a:srgbClr val="000000"/>
                      </a:solidFill>
                    </a:lnT>
                    <a:lnB w="38100" cmpd="sng">
                      <a:solidFill>
                        <a:srgbClr val="000000"/>
                      </a:solidFill>
                    </a:lnB>
                    <a:solidFill>
                      <a:srgbClr val="70AD47"/>
                    </a:solidFill>
                  </a:tcPr>
                </a:tc>
                <a:extLst>
                  <a:ext uri="{0D108BD9-81ED-4DB2-BD59-A6C34878D82A}">
                    <a16:rowId xmlns:a16="http://schemas.microsoft.com/office/drawing/2014/main" val="10001"/>
                  </a:ext>
                </a:extLst>
              </a:tr>
              <a:tr h="228600">
                <a:tc>
                  <a:txBody>
                    <a:bodyPr/>
                    <a:lstStyle/>
                    <a:p>
                      <a:pPr algn="ctr"/>
                      <a:r>
                        <a:rPr sz="1200" dirty="0">
                          <a:solidFill>
                            <a:srgbClr val="000000"/>
                          </a:solidFill>
                        </a:rPr>
                        <a:t>Intercept</a:t>
                      </a:r>
                    </a:p>
                  </a:txBody>
                  <a:tcPr>
                    <a:lnL w="12700" cmpd="sng">
                      <a:solidFill>
                        <a:srgbClr val="000000"/>
                      </a:solidFill>
                    </a:lnL>
                    <a:lnR w="12700" cmpd="sng">
                      <a:solidFill>
                        <a:srgbClr val="000000"/>
                      </a:solidFill>
                    </a:lnR>
                    <a:lnT w="38100" cmpd="sng">
                      <a:solidFill>
                        <a:srgbClr val="000000"/>
                      </a:solidFill>
                    </a:lnT>
                    <a:lnB w="12700" cmpd="sng">
                      <a:solidFill>
                        <a:srgbClr val="000000"/>
                      </a:solidFill>
                    </a:lnB>
                    <a:solidFill>
                      <a:srgbClr val="EBF1E9"/>
                    </a:solidFill>
                  </a:tcPr>
                </a:tc>
                <a:tc>
                  <a:txBody>
                    <a:bodyPr/>
                    <a:lstStyle/>
                    <a:p>
                      <a:pPr algn="ctr"/>
                      <a:r>
                        <a:rPr sz="1200" dirty="0">
                          <a:solidFill>
                            <a:srgbClr val="000000"/>
                          </a:solidFill>
                        </a:rPr>
                        <a:t>0.0</a:t>
                      </a:r>
                    </a:p>
                  </a:txBody>
                  <a:tcPr>
                    <a:lnL w="12700" cmpd="sng">
                      <a:solidFill>
                        <a:srgbClr val="000000"/>
                      </a:solidFill>
                    </a:lnL>
                    <a:lnR w="12700" cmpd="sng">
                      <a:solidFill>
                        <a:srgbClr val="000000"/>
                      </a:solidFill>
                    </a:lnR>
                    <a:lnT w="38100" cmpd="sng">
                      <a:solidFill>
                        <a:srgbClr val="000000"/>
                      </a:solidFill>
                    </a:lnT>
                    <a:lnB w="12700" cmpd="sng">
                      <a:solidFill>
                        <a:srgbClr val="000000"/>
                      </a:solidFill>
                    </a:lnB>
                    <a:solidFill>
                      <a:srgbClr val="EBF1E9"/>
                    </a:solidFill>
                  </a:tcPr>
                </a:tc>
                <a:extLst>
                  <a:ext uri="{0D108BD9-81ED-4DB2-BD59-A6C34878D82A}">
                    <a16:rowId xmlns:a16="http://schemas.microsoft.com/office/drawing/2014/main" val="10002"/>
                  </a:ext>
                </a:extLst>
              </a:tr>
              <a:tr h="228600">
                <a:tc>
                  <a:txBody>
                    <a:bodyPr/>
                    <a:lstStyle/>
                    <a:p>
                      <a:pPr algn="ctr"/>
                      <a:r>
                        <a:rPr sz="1200" dirty="0">
                          <a:solidFill>
                            <a:srgbClr val="000000"/>
                          </a:solidFill>
                        </a:rPr>
                        <a:t>$83,360</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0.06</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extLst>
                  <a:ext uri="{0D108BD9-81ED-4DB2-BD59-A6C34878D82A}">
                    <a16:rowId xmlns:a16="http://schemas.microsoft.com/office/drawing/2014/main" val="10003"/>
                  </a:ext>
                </a:extLst>
              </a:tr>
              <a:tr h="228600">
                <a:tc>
                  <a:txBody>
                    <a:bodyPr/>
                    <a:lstStyle/>
                    <a:p>
                      <a:pPr algn="ctr"/>
                      <a:r>
                        <a:rPr sz="1200">
                          <a:solidFill>
                            <a:srgbClr val="000000"/>
                          </a:solidFill>
                        </a:rPr>
                        <a:t>$84,050</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0.16</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extLst>
                  <a:ext uri="{0D108BD9-81ED-4DB2-BD59-A6C34878D82A}">
                    <a16:rowId xmlns:a16="http://schemas.microsoft.com/office/drawing/2014/main" val="10004"/>
                  </a:ext>
                </a:extLst>
              </a:tr>
              <a:tr h="228600">
                <a:tc>
                  <a:txBody>
                    <a:bodyPr/>
                    <a:lstStyle/>
                    <a:p>
                      <a:pPr algn="ctr"/>
                      <a:r>
                        <a:rPr sz="1200">
                          <a:solidFill>
                            <a:srgbClr val="000000"/>
                          </a:solidFill>
                        </a:rPr>
                        <a:t>$84,194</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0.12</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extLst>
                  <a:ext uri="{0D108BD9-81ED-4DB2-BD59-A6C34878D82A}">
                    <a16:rowId xmlns:a16="http://schemas.microsoft.com/office/drawing/2014/main" val="10005"/>
                  </a:ext>
                </a:extLst>
              </a:tr>
              <a:tr h="228600">
                <a:tc>
                  <a:txBody>
                    <a:bodyPr/>
                    <a:lstStyle/>
                    <a:p>
                      <a:pPr algn="ctr"/>
                      <a:r>
                        <a:rPr sz="1200">
                          <a:solidFill>
                            <a:srgbClr val="000000"/>
                          </a:solidFill>
                        </a:rPr>
                        <a:t>$84,324</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0.16</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extLst>
                  <a:ext uri="{0D108BD9-81ED-4DB2-BD59-A6C34878D82A}">
                    <a16:rowId xmlns:a16="http://schemas.microsoft.com/office/drawing/2014/main" val="10006"/>
                  </a:ext>
                </a:extLst>
              </a:tr>
              <a:tr h="228600">
                <a:tc>
                  <a:txBody>
                    <a:bodyPr/>
                    <a:lstStyle/>
                    <a:p>
                      <a:pPr algn="ctr"/>
                      <a:r>
                        <a:rPr sz="1200">
                          <a:solidFill>
                            <a:srgbClr val="000000"/>
                          </a:solidFill>
                        </a:rPr>
                        <a:t>$84,603</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0.95</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extLst>
                  <a:ext uri="{0D108BD9-81ED-4DB2-BD59-A6C34878D82A}">
                    <a16:rowId xmlns:a16="http://schemas.microsoft.com/office/drawing/2014/main" val="10007"/>
                  </a:ext>
                </a:extLst>
              </a:tr>
              <a:tr h="228600">
                <a:tc>
                  <a:txBody>
                    <a:bodyPr/>
                    <a:lstStyle/>
                    <a:p>
                      <a:pPr algn="ctr"/>
                      <a:r>
                        <a:rPr sz="1200">
                          <a:solidFill>
                            <a:srgbClr val="000000"/>
                          </a:solidFill>
                        </a:rPr>
                        <a:t>$86,290</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0.73</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extLst>
                  <a:ext uri="{0D108BD9-81ED-4DB2-BD59-A6C34878D82A}">
                    <a16:rowId xmlns:a16="http://schemas.microsoft.com/office/drawing/2014/main" val="10008"/>
                  </a:ext>
                </a:extLst>
              </a:tr>
              <a:tr h="228600">
                <a:tc>
                  <a:txBody>
                    <a:bodyPr/>
                    <a:lstStyle/>
                    <a:p>
                      <a:pPr algn="ctr"/>
                      <a:r>
                        <a:rPr sz="1200">
                          <a:solidFill>
                            <a:srgbClr val="000000"/>
                          </a:solidFill>
                        </a:rPr>
                        <a:t>$91,054</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0.51</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extLst>
                  <a:ext uri="{0D108BD9-81ED-4DB2-BD59-A6C34878D82A}">
                    <a16:rowId xmlns:a16="http://schemas.microsoft.com/office/drawing/2014/main" val="10009"/>
                  </a:ext>
                </a:extLst>
              </a:tr>
              <a:tr h="228600">
                <a:tc>
                  <a:txBody>
                    <a:bodyPr/>
                    <a:lstStyle/>
                    <a:p>
                      <a:pPr algn="ctr"/>
                      <a:r>
                        <a:rPr sz="1200">
                          <a:solidFill>
                            <a:srgbClr val="000000"/>
                          </a:solidFill>
                        </a:rPr>
                        <a:t>$97,603</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0.17</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extLst>
                  <a:ext uri="{0D108BD9-81ED-4DB2-BD59-A6C34878D82A}">
                    <a16:rowId xmlns:a16="http://schemas.microsoft.com/office/drawing/2014/main" val="10010"/>
                  </a:ext>
                </a:extLst>
              </a:tr>
              <a:tr h="228600">
                <a:tc>
                  <a:txBody>
                    <a:bodyPr/>
                    <a:lstStyle/>
                    <a:p>
                      <a:pPr algn="ctr"/>
                      <a:r>
                        <a:rPr sz="1200">
                          <a:solidFill>
                            <a:srgbClr val="000000"/>
                          </a:solidFill>
                        </a:rPr>
                        <a:t>$135,659</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0.12</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extLst>
                  <a:ext uri="{0D108BD9-81ED-4DB2-BD59-A6C34878D82A}">
                    <a16:rowId xmlns:a16="http://schemas.microsoft.com/office/drawing/2014/main" val="10011"/>
                  </a:ext>
                </a:extLst>
              </a:tr>
              <a:tr h="228600">
                <a:tc>
                  <a:txBody>
                    <a:bodyPr/>
                    <a:lstStyle/>
                    <a:p>
                      <a:pPr algn="ctr"/>
                      <a:r>
                        <a:rPr sz="1200">
                          <a:solidFill>
                            <a:srgbClr val="000000"/>
                          </a:solidFill>
                        </a:rPr>
                        <a:t>other</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dirty="0">
                          <a:solidFill>
                            <a:srgbClr val="000000"/>
                          </a:solidFill>
                        </a:rPr>
                        <a:t>0.4</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extLst>
                  <a:ext uri="{0D108BD9-81ED-4DB2-BD59-A6C34878D82A}">
                    <a16:rowId xmlns:a16="http://schemas.microsoft.com/office/drawing/2014/main" val="10012"/>
                  </a:ext>
                </a:extLst>
              </a:tr>
            </a:tbl>
          </a:graphicData>
        </a:graphic>
      </p:graphicFrame>
      <p:graphicFrame>
        <p:nvGraphicFramePr>
          <p:cNvPr id="4" name="Table 3">
            <a:extLst>
              <a:ext uri="{FF2B5EF4-FFF2-40B4-BE49-F238E27FC236}">
                <a16:creationId xmlns:a16="http://schemas.microsoft.com/office/drawing/2014/main" id="{0DF915A1-16B1-C0AF-F869-1E12C28C0DB1}"/>
              </a:ext>
            </a:extLst>
          </p:cNvPr>
          <p:cNvGraphicFramePr>
            <a:graphicFrameLocks noGrp="1"/>
          </p:cNvGraphicFramePr>
          <p:nvPr/>
        </p:nvGraphicFramePr>
        <p:xfrm>
          <a:off x="4799106" y="2992736"/>
          <a:ext cx="2743200" cy="146304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tblGrid>
              <a:tr h="0">
                <a:tc gridSpan="2">
                  <a:txBody>
                    <a:bodyPr/>
                    <a:lstStyle/>
                    <a:p>
                      <a:pPr algn="ctr"/>
                      <a:r>
                        <a:rPr dirty="0">
                          <a:solidFill>
                            <a:srgbClr val="000000"/>
                          </a:solidFill>
                        </a:rPr>
                        <a:t>Stationarity Testing Results</a:t>
                      </a:r>
                    </a:p>
                  </a:txBody>
                  <a:tcPr>
                    <a:lnL w="12700" cmpd="sng">
                      <a:solidFill>
                        <a:srgbClr val="FFFFFF"/>
                      </a:solidFill>
                    </a:lnL>
                    <a:lnR w="12700" cmpd="sng">
                      <a:solidFill>
                        <a:srgbClr val="FFFFFF"/>
                      </a:solidFill>
                    </a:lnR>
                    <a:lnT w="12700" cmpd="sng">
                      <a:solidFill>
                        <a:srgbClr val="FFFFFF"/>
                      </a:solidFill>
                    </a:lnT>
                    <a:lnB w="12700" cmpd="sng">
                      <a:solidFill>
                        <a:srgbClr val="000000"/>
                      </a:solidFill>
                    </a:lnB>
                    <a:solidFill>
                      <a:schemeClr val="accent1">
                        <a:alpha val="0"/>
                      </a:schemeClr>
                    </a:solidFill>
                  </a:tcPr>
                </a:tc>
                <a:tc hMerge="1">
                  <a:txBody>
                    <a:bodyPr/>
                    <a:lstStyle/>
                    <a:p>
                      <a:endParaRPr/>
                    </a:p>
                  </a:txBody>
                  <a:tcPr/>
                </a:tc>
                <a:extLst>
                  <a:ext uri="{0D108BD9-81ED-4DB2-BD59-A6C34878D82A}">
                    <a16:rowId xmlns:a16="http://schemas.microsoft.com/office/drawing/2014/main" val="10000"/>
                  </a:ext>
                </a:extLst>
              </a:tr>
              <a:tr h="228600">
                <a:tc>
                  <a:txBody>
                    <a:bodyPr/>
                    <a:lstStyle/>
                    <a:p>
                      <a:pPr algn="ctr"/>
                      <a:r>
                        <a:rPr sz="1200" b="1">
                          <a:solidFill>
                            <a:srgbClr val="000000"/>
                          </a:solidFill>
                        </a:rPr>
                        <a:t>Time Interval</a:t>
                      </a:r>
                    </a:p>
                  </a:txBody>
                  <a:tcPr>
                    <a:lnL w="12700" cmpd="sng">
                      <a:solidFill>
                        <a:srgbClr val="000000"/>
                      </a:solidFill>
                    </a:lnL>
                    <a:lnR w="12700" cmpd="sng">
                      <a:solidFill>
                        <a:srgbClr val="000000"/>
                      </a:solidFill>
                    </a:lnR>
                    <a:lnT w="12700" cmpd="sng">
                      <a:solidFill>
                        <a:srgbClr val="000000"/>
                      </a:solidFill>
                    </a:lnT>
                    <a:lnB w="38100" cmpd="sng">
                      <a:solidFill>
                        <a:srgbClr val="000000"/>
                      </a:solidFill>
                    </a:lnB>
                    <a:solidFill>
                      <a:srgbClr val="70AD47"/>
                    </a:solidFill>
                  </a:tcPr>
                </a:tc>
                <a:tc>
                  <a:txBody>
                    <a:bodyPr/>
                    <a:lstStyle/>
                    <a:p>
                      <a:pPr algn="ctr"/>
                      <a:r>
                        <a:rPr sz="1200" b="1">
                          <a:solidFill>
                            <a:srgbClr val="000000"/>
                          </a:solidFill>
                        </a:rPr>
                        <a:t>P-Values</a:t>
                      </a:r>
                    </a:p>
                  </a:txBody>
                  <a:tcPr>
                    <a:lnL w="12700" cmpd="sng">
                      <a:solidFill>
                        <a:srgbClr val="000000"/>
                      </a:solidFill>
                    </a:lnL>
                    <a:lnR w="12700" cmpd="sng">
                      <a:solidFill>
                        <a:srgbClr val="000000"/>
                      </a:solidFill>
                    </a:lnR>
                    <a:lnT w="12700" cmpd="sng">
                      <a:solidFill>
                        <a:srgbClr val="000000"/>
                      </a:solidFill>
                    </a:lnT>
                    <a:lnB w="38100" cmpd="sng">
                      <a:solidFill>
                        <a:srgbClr val="000000"/>
                      </a:solidFill>
                    </a:lnB>
                    <a:solidFill>
                      <a:srgbClr val="70AD47"/>
                    </a:solidFill>
                  </a:tcPr>
                </a:tc>
                <a:extLst>
                  <a:ext uri="{0D108BD9-81ED-4DB2-BD59-A6C34878D82A}">
                    <a16:rowId xmlns:a16="http://schemas.microsoft.com/office/drawing/2014/main" val="10001"/>
                  </a:ext>
                </a:extLst>
              </a:tr>
              <a:tr h="228600">
                <a:tc>
                  <a:txBody>
                    <a:bodyPr/>
                    <a:lstStyle/>
                    <a:p>
                      <a:pPr algn="ctr"/>
                      <a:r>
                        <a:rPr sz="1200">
                          <a:solidFill>
                            <a:srgbClr val="000000"/>
                          </a:solidFill>
                        </a:rPr>
                        <a:t>period (d=0)</a:t>
                      </a:r>
                    </a:p>
                  </a:txBody>
                  <a:tcPr>
                    <a:lnL w="12700" cmpd="sng">
                      <a:solidFill>
                        <a:srgbClr val="000000"/>
                      </a:solidFill>
                    </a:lnL>
                    <a:lnR w="12700" cmpd="sng">
                      <a:solidFill>
                        <a:srgbClr val="000000"/>
                      </a:solidFill>
                    </a:lnR>
                    <a:lnT w="38100" cmpd="sng">
                      <a:solidFill>
                        <a:srgbClr val="000000"/>
                      </a:solidFill>
                    </a:lnT>
                    <a:lnB w="12700" cmpd="sng">
                      <a:solidFill>
                        <a:srgbClr val="000000"/>
                      </a:solidFill>
                    </a:lnB>
                    <a:solidFill>
                      <a:srgbClr val="EBF1E9"/>
                    </a:solidFill>
                  </a:tcPr>
                </a:tc>
                <a:tc>
                  <a:txBody>
                    <a:bodyPr/>
                    <a:lstStyle/>
                    <a:p>
                      <a:pPr algn="ctr"/>
                      <a:r>
                        <a:rPr sz="1200" dirty="0">
                          <a:solidFill>
                            <a:srgbClr val="000000"/>
                          </a:solidFill>
                        </a:rPr>
                        <a:t>0.1</a:t>
                      </a:r>
                    </a:p>
                  </a:txBody>
                  <a:tcPr>
                    <a:lnL w="12700" cmpd="sng">
                      <a:solidFill>
                        <a:srgbClr val="000000"/>
                      </a:solidFill>
                    </a:lnL>
                    <a:lnR w="12700" cmpd="sng">
                      <a:solidFill>
                        <a:srgbClr val="000000"/>
                      </a:solidFill>
                    </a:lnR>
                    <a:lnT w="38100" cmpd="sng">
                      <a:solidFill>
                        <a:srgbClr val="000000"/>
                      </a:solidFill>
                    </a:lnT>
                    <a:lnB w="12700" cmpd="sng">
                      <a:solidFill>
                        <a:srgbClr val="000000"/>
                      </a:solidFill>
                    </a:lnB>
                    <a:solidFill>
                      <a:srgbClr val="EBF1E9"/>
                    </a:solidFill>
                  </a:tcPr>
                </a:tc>
                <a:extLst>
                  <a:ext uri="{0D108BD9-81ED-4DB2-BD59-A6C34878D82A}">
                    <a16:rowId xmlns:a16="http://schemas.microsoft.com/office/drawing/2014/main" val="10002"/>
                  </a:ext>
                </a:extLst>
              </a:tr>
              <a:tr h="228600">
                <a:tc>
                  <a:txBody>
                    <a:bodyPr/>
                    <a:lstStyle/>
                    <a:p>
                      <a:pPr algn="ctr"/>
                      <a:r>
                        <a:rPr sz="1200">
                          <a:solidFill>
                            <a:srgbClr val="000000"/>
                          </a:solidFill>
                        </a:rPr>
                        <a:t>period (d=1)</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0.0</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extLst>
                  <a:ext uri="{0D108BD9-81ED-4DB2-BD59-A6C34878D82A}">
                    <a16:rowId xmlns:a16="http://schemas.microsoft.com/office/drawing/2014/main" val="10003"/>
                  </a:ext>
                </a:extLst>
              </a:tr>
              <a:tr h="228600">
                <a:tc>
                  <a:txBody>
                    <a:bodyPr/>
                    <a:lstStyle/>
                    <a:p>
                      <a:pPr algn="ctr"/>
                      <a:r>
                        <a:rPr sz="1200">
                          <a:solidFill>
                            <a:srgbClr val="000000"/>
                          </a:solidFill>
                        </a:rPr>
                        <a:t>week (d=0)</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dirty="0">
                          <a:solidFill>
                            <a:srgbClr val="000000"/>
                          </a:solidFill>
                        </a:rPr>
                        <a:t>0.0</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extLst>
                  <a:ext uri="{0D108BD9-81ED-4DB2-BD59-A6C34878D82A}">
                    <a16:rowId xmlns:a16="http://schemas.microsoft.com/office/drawing/2014/main" val="10004"/>
                  </a:ext>
                </a:extLst>
              </a:tr>
            </a:tbl>
          </a:graphicData>
        </a:graphic>
      </p:graphicFrame>
      <p:graphicFrame>
        <p:nvGraphicFramePr>
          <p:cNvPr id="6" name="Table 5">
            <a:extLst>
              <a:ext uri="{FF2B5EF4-FFF2-40B4-BE49-F238E27FC236}">
                <a16:creationId xmlns:a16="http://schemas.microsoft.com/office/drawing/2014/main" id="{AB248D28-5D97-9731-39AA-793990D1383C}"/>
              </a:ext>
            </a:extLst>
          </p:cNvPr>
          <p:cNvGraphicFramePr>
            <a:graphicFrameLocks noGrp="1"/>
          </p:cNvGraphicFramePr>
          <p:nvPr>
            <p:extLst>
              <p:ext uri="{D42A27DB-BD31-4B8C-83A1-F6EECF244321}">
                <p14:modId xmlns:p14="http://schemas.microsoft.com/office/powerpoint/2010/main" val="4096439754"/>
              </p:ext>
            </p:extLst>
          </p:nvPr>
        </p:nvGraphicFramePr>
        <p:xfrm>
          <a:off x="8510457" y="2032616"/>
          <a:ext cx="2515108" cy="3383280"/>
        </p:xfrm>
        <a:graphic>
          <a:graphicData uri="http://schemas.openxmlformats.org/drawingml/2006/table">
            <a:tbl>
              <a:tblPr firstRow="1" bandRow="1">
                <a:tableStyleId>{5C22544A-7EE6-4342-B048-85BDC9FD1C3A}</a:tableStyleId>
              </a:tblPr>
              <a:tblGrid>
                <a:gridCol w="798386">
                  <a:extLst>
                    <a:ext uri="{9D8B030D-6E8A-4147-A177-3AD203B41FA5}">
                      <a16:colId xmlns:a16="http://schemas.microsoft.com/office/drawing/2014/main" val="20000"/>
                    </a:ext>
                  </a:extLst>
                </a:gridCol>
                <a:gridCol w="961390">
                  <a:extLst>
                    <a:ext uri="{9D8B030D-6E8A-4147-A177-3AD203B41FA5}">
                      <a16:colId xmlns:a16="http://schemas.microsoft.com/office/drawing/2014/main" val="20001"/>
                    </a:ext>
                  </a:extLst>
                </a:gridCol>
                <a:gridCol w="755332">
                  <a:extLst>
                    <a:ext uri="{9D8B030D-6E8A-4147-A177-3AD203B41FA5}">
                      <a16:colId xmlns:a16="http://schemas.microsoft.com/office/drawing/2014/main" val="20002"/>
                    </a:ext>
                  </a:extLst>
                </a:gridCol>
              </a:tblGrid>
              <a:tr h="0">
                <a:tc gridSpan="3">
                  <a:txBody>
                    <a:bodyPr/>
                    <a:lstStyle/>
                    <a:p>
                      <a:pPr algn="ctr"/>
                      <a:r>
                        <a:rPr dirty="0">
                          <a:solidFill>
                            <a:srgbClr val="000000"/>
                          </a:solidFill>
                        </a:rPr>
                        <a:t>Week Lags</a:t>
                      </a:r>
                    </a:p>
                  </a:txBody>
                  <a:tcPr>
                    <a:lnL w="12700" cmpd="sng">
                      <a:solidFill>
                        <a:srgbClr val="FFFFFF"/>
                      </a:solidFill>
                    </a:lnL>
                    <a:lnR w="38100" cmpd="sng">
                      <a:solidFill>
                        <a:srgbClr val="FFFFFF"/>
                      </a:solidFill>
                    </a:lnR>
                    <a:lnT w="12700" cmpd="sng">
                      <a:solidFill>
                        <a:srgbClr val="FFFFFF"/>
                      </a:solidFill>
                    </a:lnT>
                    <a:lnB w="12700" cmpd="sng">
                      <a:solidFill>
                        <a:srgbClr val="000000"/>
                      </a:solidFill>
                    </a:lnB>
                    <a:solidFill>
                      <a:srgbClr val="70AD47">
                        <a:alpha val="0"/>
                      </a:srgbClr>
                    </a:solidFill>
                  </a:tcPr>
                </a:tc>
                <a:tc hMerge="1">
                  <a:txBody>
                    <a:bodyPr/>
                    <a:lstStyle/>
                    <a:p>
                      <a:endParaRPr/>
                    </a:p>
                  </a:txBody>
                  <a:tcPr/>
                </a:tc>
                <a:tc hMerge="1">
                  <a:txBody>
                    <a:bodyPr/>
                    <a:lstStyle/>
                    <a:p>
                      <a:endParaRPr/>
                    </a:p>
                  </a:txBody>
                  <a:tcPr/>
                </a:tc>
                <a:extLst>
                  <a:ext uri="{0D108BD9-81ED-4DB2-BD59-A6C34878D82A}">
                    <a16:rowId xmlns:a16="http://schemas.microsoft.com/office/drawing/2014/main" val="10000"/>
                  </a:ext>
                </a:extLst>
              </a:tr>
              <a:tr h="0">
                <a:tc>
                  <a:txBody>
                    <a:bodyPr/>
                    <a:lstStyle/>
                    <a:p>
                      <a:pPr algn="ctr"/>
                      <a:r>
                        <a:rPr sz="1200" b="1">
                          <a:solidFill>
                            <a:srgbClr val="000000"/>
                          </a:solidFill>
                        </a:rPr>
                        <a:t>Variables</a:t>
                      </a:r>
                    </a:p>
                  </a:txBody>
                  <a:tcPr>
                    <a:lnL w="12700" cmpd="sng">
                      <a:solidFill>
                        <a:srgbClr val="000000"/>
                      </a:solidFill>
                    </a:lnL>
                    <a:lnR w="38100" cmpd="sng">
                      <a:solidFill>
                        <a:srgbClr val="000000"/>
                      </a:solidFill>
                    </a:lnR>
                    <a:lnT w="12700" cmpd="sng">
                      <a:solidFill>
                        <a:srgbClr val="000000"/>
                      </a:solidFill>
                    </a:lnT>
                    <a:lnB w="38100" cmpd="sng">
                      <a:solidFill>
                        <a:srgbClr val="000000"/>
                      </a:solidFill>
                    </a:lnB>
                    <a:solidFill>
                      <a:srgbClr val="70AD47"/>
                    </a:solidFill>
                  </a:tcPr>
                </a:tc>
                <a:tc>
                  <a:txBody>
                    <a:bodyPr/>
                    <a:lstStyle/>
                    <a:p>
                      <a:pPr algn="ctr"/>
                      <a:r>
                        <a:rPr sz="1200" b="1">
                          <a:solidFill>
                            <a:srgbClr val="000000"/>
                          </a:solidFill>
                        </a:rPr>
                        <a:t>Coefficients</a:t>
                      </a:r>
                    </a:p>
                  </a:txBody>
                  <a:tcPr>
                    <a:lnL w="38100" cmpd="sng">
                      <a:solidFill>
                        <a:srgbClr val="000000"/>
                      </a:solidFill>
                    </a:lnL>
                    <a:lnR w="12700" cmpd="sng">
                      <a:solidFill>
                        <a:srgbClr val="000000"/>
                      </a:solidFill>
                    </a:lnR>
                    <a:lnT w="12700" cmpd="sng">
                      <a:solidFill>
                        <a:srgbClr val="000000"/>
                      </a:solidFill>
                    </a:lnT>
                    <a:lnB w="38100" cmpd="sng">
                      <a:solidFill>
                        <a:srgbClr val="000000"/>
                      </a:solidFill>
                    </a:lnB>
                    <a:solidFill>
                      <a:srgbClr val="70AD47"/>
                    </a:solidFill>
                  </a:tcPr>
                </a:tc>
                <a:tc>
                  <a:txBody>
                    <a:bodyPr/>
                    <a:lstStyle/>
                    <a:p>
                      <a:pPr algn="ctr"/>
                      <a:r>
                        <a:rPr sz="1200" b="1">
                          <a:solidFill>
                            <a:srgbClr val="000000"/>
                          </a:solidFill>
                        </a:rPr>
                        <a:t>P-Values</a:t>
                      </a:r>
                    </a:p>
                  </a:txBody>
                  <a:tcPr>
                    <a:lnL w="12700" cmpd="sng">
                      <a:solidFill>
                        <a:srgbClr val="000000"/>
                      </a:solidFill>
                    </a:lnL>
                    <a:lnR w="12700" cmpd="sng">
                      <a:solidFill>
                        <a:srgbClr val="000000"/>
                      </a:solidFill>
                    </a:lnR>
                    <a:lnT w="12700" cmpd="sng">
                      <a:solidFill>
                        <a:srgbClr val="000000"/>
                      </a:solidFill>
                    </a:lnT>
                    <a:lnB w="38100" cmpd="sng">
                      <a:solidFill>
                        <a:srgbClr val="000000"/>
                      </a:solidFill>
                    </a:lnB>
                    <a:solidFill>
                      <a:srgbClr val="70AD47"/>
                    </a:solidFill>
                  </a:tcPr>
                </a:tc>
                <a:extLst>
                  <a:ext uri="{0D108BD9-81ED-4DB2-BD59-A6C34878D82A}">
                    <a16:rowId xmlns:a16="http://schemas.microsoft.com/office/drawing/2014/main" val="10001"/>
                  </a:ext>
                </a:extLst>
              </a:tr>
              <a:tr h="228600">
                <a:tc>
                  <a:txBody>
                    <a:bodyPr/>
                    <a:lstStyle/>
                    <a:p>
                      <a:pPr algn="ctr"/>
                      <a:r>
                        <a:rPr sz="1200">
                          <a:solidFill>
                            <a:srgbClr val="000000"/>
                          </a:solidFill>
                        </a:rPr>
                        <a:t>Intercept</a:t>
                      </a:r>
                    </a:p>
                  </a:txBody>
                  <a:tcPr>
                    <a:lnL w="12700" cmpd="sng">
                      <a:solidFill>
                        <a:srgbClr val="000000"/>
                      </a:solidFill>
                    </a:lnL>
                    <a:lnR w="38100" cmpd="sng">
                      <a:solidFill>
                        <a:srgbClr val="000000"/>
                      </a:solidFill>
                    </a:lnR>
                    <a:lnT w="38100" cmpd="sng">
                      <a:solidFill>
                        <a:srgbClr val="000000"/>
                      </a:solidFill>
                    </a:lnT>
                    <a:lnB w="12700" cmpd="sng">
                      <a:solidFill>
                        <a:srgbClr val="000000"/>
                      </a:solidFill>
                    </a:lnB>
                    <a:solidFill>
                      <a:srgbClr val="70AD47"/>
                    </a:solidFill>
                  </a:tcPr>
                </a:tc>
                <a:tc>
                  <a:txBody>
                    <a:bodyPr/>
                    <a:lstStyle/>
                    <a:p>
                      <a:pPr algn="ctr"/>
                      <a:r>
                        <a:rPr sz="1200">
                          <a:solidFill>
                            <a:srgbClr val="000000"/>
                          </a:solidFill>
                        </a:rPr>
                        <a:t>0.02</a:t>
                      </a:r>
                    </a:p>
                  </a:txBody>
                  <a:tcPr>
                    <a:lnL w="38100" cmpd="sng">
                      <a:solidFill>
                        <a:srgbClr val="000000"/>
                      </a:solidFill>
                    </a:lnL>
                    <a:lnR w="12700" cmpd="sng">
                      <a:solidFill>
                        <a:srgbClr val="000000"/>
                      </a:solidFill>
                    </a:lnR>
                    <a:lnT w="38100" cmpd="sng">
                      <a:solidFill>
                        <a:srgbClr val="000000"/>
                      </a:solidFill>
                    </a:lnT>
                    <a:lnB w="12700" cmpd="sng">
                      <a:solidFill>
                        <a:srgbClr val="000000"/>
                      </a:solidFill>
                    </a:lnB>
                    <a:solidFill>
                      <a:srgbClr val="EBF1E9"/>
                    </a:solidFill>
                  </a:tcPr>
                </a:tc>
                <a:tc>
                  <a:txBody>
                    <a:bodyPr/>
                    <a:lstStyle/>
                    <a:p>
                      <a:pPr algn="ctr"/>
                      <a:r>
                        <a:rPr sz="1200" dirty="0">
                          <a:solidFill>
                            <a:srgbClr val="000000"/>
                          </a:solidFill>
                        </a:rPr>
                        <a:t>0.73</a:t>
                      </a:r>
                    </a:p>
                  </a:txBody>
                  <a:tcPr>
                    <a:lnL w="12700" cmpd="sng">
                      <a:solidFill>
                        <a:srgbClr val="000000"/>
                      </a:solidFill>
                    </a:lnL>
                    <a:lnR w="12700" cmpd="sng">
                      <a:solidFill>
                        <a:srgbClr val="000000"/>
                      </a:solidFill>
                    </a:lnR>
                    <a:lnT w="38100" cmpd="sng">
                      <a:solidFill>
                        <a:srgbClr val="000000"/>
                      </a:solidFill>
                    </a:lnT>
                    <a:lnB w="12700" cmpd="sng">
                      <a:solidFill>
                        <a:srgbClr val="000000"/>
                      </a:solidFill>
                    </a:lnB>
                    <a:solidFill>
                      <a:srgbClr val="EBF1E9"/>
                    </a:solidFill>
                  </a:tcPr>
                </a:tc>
                <a:extLst>
                  <a:ext uri="{0D108BD9-81ED-4DB2-BD59-A6C34878D82A}">
                    <a16:rowId xmlns:a16="http://schemas.microsoft.com/office/drawing/2014/main" val="10002"/>
                  </a:ext>
                </a:extLst>
              </a:tr>
              <a:tr h="228600">
                <a:tc>
                  <a:txBody>
                    <a:bodyPr/>
                    <a:lstStyle/>
                    <a:p>
                      <a:pPr algn="ctr"/>
                      <a:r>
                        <a:rPr sz="1200">
                          <a:solidFill>
                            <a:srgbClr val="000000"/>
                          </a:solidFill>
                        </a:rPr>
                        <a:t>Lag 1</a:t>
                      </a:r>
                    </a:p>
                  </a:txBody>
                  <a:tcPr>
                    <a:lnL w="12700" cmpd="sng">
                      <a:solidFill>
                        <a:srgbClr val="000000"/>
                      </a:solidFill>
                    </a:lnL>
                    <a:lnR w="38100" cmpd="sng">
                      <a:solidFill>
                        <a:srgbClr val="000000"/>
                      </a:solidFill>
                    </a:lnR>
                    <a:lnT w="12700" cmpd="sng">
                      <a:solidFill>
                        <a:srgbClr val="000000"/>
                      </a:solidFill>
                    </a:lnT>
                    <a:lnB w="12700" cmpd="sng">
                      <a:solidFill>
                        <a:srgbClr val="000000"/>
                      </a:solidFill>
                    </a:lnB>
                    <a:solidFill>
                      <a:srgbClr val="70AD47"/>
                    </a:solidFill>
                  </a:tcPr>
                </a:tc>
                <a:tc>
                  <a:txBody>
                    <a:bodyPr/>
                    <a:lstStyle/>
                    <a:p>
                      <a:pPr algn="ctr"/>
                      <a:r>
                        <a:rPr sz="1200">
                          <a:solidFill>
                            <a:srgbClr val="000000"/>
                          </a:solidFill>
                        </a:rPr>
                        <a:t>-0.02</a:t>
                      </a:r>
                    </a:p>
                  </a:txBody>
                  <a:tcPr>
                    <a:lnL w="381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0.75</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extLst>
                  <a:ext uri="{0D108BD9-81ED-4DB2-BD59-A6C34878D82A}">
                    <a16:rowId xmlns:a16="http://schemas.microsoft.com/office/drawing/2014/main" val="10003"/>
                  </a:ext>
                </a:extLst>
              </a:tr>
              <a:tr h="228600">
                <a:tc>
                  <a:txBody>
                    <a:bodyPr/>
                    <a:lstStyle/>
                    <a:p>
                      <a:pPr algn="ctr"/>
                      <a:r>
                        <a:rPr sz="1200">
                          <a:solidFill>
                            <a:srgbClr val="000000"/>
                          </a:solidFill>
                        </a:rPr>
                        <a:t>Lag 2</a:t>
                      </a:r>
                    </a:p>
                  </a:txBody>
                  <a:tcPr>
                    <a:lnL w="12700" cmpd="sng">
                      <a:solidFill>
                        <a:srgbClr val="000000"/>
                      </a:solidFill>
                    </a:lnL>
                    <a:lnR w="38100" cmpd="sng">
                      <a:solidFill>
                        <a:srgbClr val="000000"/>
                      </a:solidFill>
                    </a:lnR>
                    <a:lnT w="12700" cmpd="sng">
                      <a:solidFill>
                        <a:srgbClr val="000000"/>
                      </a:solidFill>
                    </a:lnT>
                    <a:lnB w="12700" cmpd="sng">
                      <a:solidFill>
                        <a:srgbClr val="000000"/>
                      </a:solidFill>
                    </a:lnB>
                    <a:solidFill>
                      <a:srgbClr val="70AD47"/>
                    </a:solidFill>
                  </a:tcPr>
                </a:tc>
                <a:tc>
                  <a:txBody>
                    <a:bodyPr/>
                    <a:lstStyle/>
                    <a:p>
                      <a:pPr algn="ctr"/>
                      <a:r>
                        <a:rPr sz="1200">
                          <a:solidFill>
                            <a:srgbClr val="000000"/>
                          </a:solidFill>
                        </a:rPr>
                        <a:t>0.03</a:t>
                      </a:r>
                    </a:p>
                  </a:txBody>
                  <a:tcPr>
                    <a:lnL w="381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0.68</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extLst>
                  <a:ext uri="{0D108BD9-81ED-4DB2-BD59-A6C34878D82A}">
                    <a16:rowId xmlns:a16="http://schemas.microsoft.com/office/drawing/2014/main" val="10004"/>
                  </a:ext>
                </a:extLst>
              </a:tr>
              <a:tr h="228600">
                <a:tc>
                  <a:txBody>
                    <a:bodyPr/>
                    <a:lstStyle/>
                    <a:p>
                      <a:pPr algn="ctr"/>
                      <a:r>
                        <a:rPr sz="1200" dirty="0">
                          <a:solidFill>
                            <a:srgbClr val="000000"/>
                          </a:solidFill>
                        </a:rPr>
                        <a:t>Lag 3</a:t>
                      </a:r>
                    </a:p>
                  </a:txBody>
                  <a:tcPr>
                    <a:lnL w="12700" cmpd="sng">
                      <a:solidFill>
                        <a:srgbClr val="000000"/>
                      </a:solidFill>
                    </a:lnL>
                    <a:lnR w="38100" cmpd="sng">
                      <a:solidFill>
                        <a:srgbClr val="000000"/>
                      </a:solidFill>
                    </a:lnR>
                    <a:lnT w="12700" cmpd="sng">
                      <a:solidFill>
                        <a:srgbClr val="000000"/>
                      </a:solidFill>
                    </a:lnT>
                    <a:lnB w="12700" cmpd="sng">
                      <a:solidFill>
                        <a:srgbClr val="000000"/>
                      </a:solidFill>
                    </a:lnB>
                    <a:solidFill>
                      <a:srgbClr val="70AD47"/>
                    </a:solidFill>
                  </a:tcPr>
                </a:tc>
                <a:tc>
                  <a:txBody>
                    <a:bodyPr/>
                    <a:lstStyle/>
                    <a:p>
                      <a:pPr algn="ctr"/>
                      <a:r>
                        <a:rPr sz="1200">
                          <a:solidFill>
                            <a:srgbClr val="000000"/>
                          </a:solidFill>
                        </a:rPr>
                        <a:t>0.22</a:t>
                      </a:r>
                    </a:p>
                  </a:txBody>
                  <a:tcPr>
                    <a:lnL w="381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0.0</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extLst>
                  <a:ext uri="{0D108BD9-81ED-4DB2-BD59-A6C34878D82A}">
                    <a16:rowId xmlns:a16="http://schemas.microsoft.com/office/drawing/2014/main" val="10005"/>
                  </a:ext>
                </a:extLst>
              </a:tr>
              <a:tr h="228600">
                <a:tc>
                  <a:txBody>
                    <a:bodyPr/>
                    <a:lstStyle/>
                    <a:p>
                      <a:pPr algn="ctr"/>
                      <a:r>
                        <a:rPr sz="1200">
                          <a:solidFill>
                            <a:srgbClr val="000000"/>
                          </a:solidFill>
                        </a:rPr>
                        <a:t>Lag 4</a:t>
                      </a:r>
                    </a:p>
                  </a:txBody>
                  <a:tcPr>
                    <a:lnL w="12700" cmpd="sng">
                      <a:solidFill>
                        <a:srgbClr val="000000"/>
                      </a:solidFill>
                    </a:lnL>
                    <a:lnR w="38100" cmpd="sng">
                      <a:solidFill>
                        <a:srgbClr val="000000"/>
                      </a:solidFill>
                    </a:lnR>
                    <a:lnT w="12700" cmpd="sng">
                      <a:solidFill>
                        <a:srgbClr val="000000"/>
                      </a:solidFill>
                    </a:lnT>
                    <a:lnB w="12700" cmpd="sng">
                      <a:solidFill>
                        <a:srgbClr val="000000"/>
                      </a:solidFill>
                    </a:lnB>
                    <a:solidFill>
                      <a:srgbClr val="70AD47"/>
                    </a:solidFill>
                  </a:tcPr>
                </a:tc>
                <a:tc>
                  <a:txBody>
                    <a:bodyPr/>
                    <a:lstStyle/>
                    <a:p>
                      <a:pPr algn="ctr"/>
                      <a:r>
                        <a:rPr sz="1200">
                          <a:solidFill>
                            <a:srgbClr val="000000"/>
                          </a:solidFill>
                        </a:rPr>
                        <a:t>0.23</a:t>
                      </a:r>
                    </a:p>
                  </a:txBody>
                  <a:tcPr>
                    <a:lnL w="381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0.0</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extLst>
                  <a:ext uri="{0D108BD9-81ED-4DB2-BD59-A6C34878D82A}">
                    <a16:rowId xmlns:a16="http://schemas.microsoft.com/office/drawing/2014/main" val="10006"/>
                  </a:ext>
                </a:extLst>
              </a:tr>
              <a:tr h="228600">
                <a:tc>
                  <a:txBody>
                    <a:bodyPr/>
                    <a:lstStyle/>
                    <a:p>
                      <a:pPr algn="ctr"/>
                      <a:r>
                        <a:rPr sz="1200">
                          <a:solidFill>
                            <a:srgbClr val="000000"/>
                          </a:solidFill>
                        </a:rPr>
                        <a:t>Lag 5</a:t>
                      </a:r>
                    </a:p>
                  </a:txBody>
                  <a:tcPr>
                    <a:lnL w="12700" cmpd="sng">
                      <a:solidFill>
                        <a:srgbClr val="000000"/>
                      </a:solidFill>
                    </a:lnL>
                    <a:lnR w="38100" cmpd="sng">
                      <a:solidFill>
                        <a:srgbClr val="000000"/>
                      </a:solidFill>
                    </a:lnR>
                    <a:lnT w="12700" cmpd="sng">
                      <a:solidFill>
                        <a:srgbClr val="000000"/>
                      </a:solidFill>
                    </a:lnT>
                    <a:lnB w="12700" cmpd="sng">
                      <a:solidFill>
                        <a:srgbClr val="000000"/>
                      </a:solidFill>
                    </a:lnB>
                    <a:solidFill>
                      <a:srgbClr val="70AD47"/>
                    </a:solidFill>
                  </a:tcPr>
                </a:tc>
                <a:tc>
                  <a:txBody>
                    <a:bodyPr/>
                    <a:lstStyle/>
                    <a:p>
                      <a:pPr algn="ctr"/>
                      <a:r>
                        <a:rPr sz="1200">
                          <a:solidFill>
                            <a:srgbClr val="000000"/>
                          </a:solidFill>
                        </a:rPr>
                        <a:t>-0.11</a:t>
                      </a:r>
                    </a:p>
                  </a:txBody>
                  <a:tcPr>
                    <a:lnL w="381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0.16</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extLst>
                  <a:ext uri="{0D108BD9-81ED-4DB2-BD59-A6C34878D82A}">
                    <a16:rowId xmlns:a16="http://schemas.microsoft.com/office/drawing/2014/main" val="10007"/>
                  </a:ext>
                </a:extLst>
              </a:tr>
              <a:tr h="228600">
                <a:tc>
                  <a:txBody>
                    <a:bodyPr/>
                    <a:lstStyle/>
                    <a:p>
                      <a:pPr algn="ctr"/>
                      <a:r>
                        <a:rPr sz="1200">
                          <a:solidFill>
                            <a:srgbClr val="000000"/>
                          </a:solidFill>
                        </a:rPr>
                        <a:t>Lag 6</a:t>
                      </a:r>
                    </a:p>
                  </a:txBody>
                  <a:tcPr>
                    <a:lnL w="12700" cmpd="sng">
                      <a:solidFill>
                        <a:srgbClr val="000000"/>
                      </a:solidFill>
                    </a:lnL>
                    <a:lnR w="38100" cmpd="sng">
                      <a:solidFill>
                        <a:srgbClr val="000000"/>
                      </a:solidFill>
                    </a:lnR>
                    <a:lnT w="12700" cmpd="sng">
                      <a:solidFill>
                        <a:srgbClr val="000000"/>
                      </a:solidFill>
                    </a:lnT>
                    <a:lnB w="12700" cmpd="sng">
                      <a:solidFill>
                        <a:srgbClr val="000000"/>
                      </a:solidFill>
                    </a:lnB>
                    <a:solidFill>
                      <a:srgbClr val="70AD47"/>
                    </a:solidFill>
                  </a:tcPr>
                </a:tc>
                <a:tc>
                  <a:txBody>
                    <a:bodyPr/>
                    <a:lstStyle/>
                    <a:p>
                      <a:pPr algn="ctr"/>
                      <a:r>
                        <a:rPr sz="1200">
                          <a:solidFill>
                            <a:srgbClr val="000000"/>
                          </a:solidFill>
                        </a:rPr>
                        <a:t>0.15</a:t>
                      </a:r>
                    </a:p>
                  </a:txBody>
                  <a:tcPr>
                    <a:lnL w="381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0.05</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extLst>
                  <a:ext uri="{0D108BD9-81ED-4DB2-BD59-A6C34878D82A}">
                    <a16:rowId xmlns:a16="http://schemas.microsoft.com/office/drawing/2014/main" val="10008"/>
                  </a:ext>
                </a:extLst>
              </a:tr>
              <a:tr h="228600">
                <a:tc>
                  <a:txBody>
                    <a:bodyPr/>
                    <a:lstStyle/>
                    <a:p>
                      <a:pPr algn="ctr"/>
                      <a:r>
                        <a:rPr sz="1200">
                          <a:solidFill>
                            <a:srgbClr val="000000"/>
                          </a:solidFill>
                        </a:rPr>
                        <a:t>Lag 7</a:t>
                      </a:r>
                    </a:p>
                  </a:txBody>
                  <a:tcPr>
                    <a:lnL w="12700" cmpd="sng">
                      <a:solidFill>
                        <a:srgbClr val="000000"/>
                      </a:solidFill>
                    </a:lnL>
                    <a:lnR w="38100" cmpd="sng">
                      <a:solidFill>
                        <a:srgbClr val="000000"/>
                      </a:solidFill>
                    </a:lnR>
                    <a:lnT w="12700" cmpd="sng">
                      <a:solidFill>
                        <a:srgbClr val="000000"/>
                      </a:solidFill>
                    </a:lnT>
                    <a:lnB w="12700" cmpd="sng">
                      <a:solidFill>
                        <a:srgbClr val="000000"/>
                      </a:solidFill>
                    </a:lnB>
                    <a:solidFill>
                      <a:srgbClr val="70AD47"/>
                    </a:solidFill>
                  </a:tcPr>
                </a:tc>
                <a:tc>
                  <a:txBody>
                    <a:bodyPr/>
                    <a:lstStyle/>
                    <a:p>
                      <a:pPr algn="ctr"/>
                      <a:r>
                        <a:rPr sz="1200">
                          <a:solidFill>
                            <a:srgbClr val="000000"/>
                          </a:solidFill>
                        </a:rPr>
                        <a:t>0.04</a:t>
                      </a:r>
                    </a:p>
                  </a:txBody>
                  <a:tcPr>
                    <a:lnL w="381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0.65</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extLst>
                  <a:ext uri="{0D108BD9-81ED-4DB2-BD59-A6C34878D82A}">
                    <a16:rowId xmlns:a16="http://schemas.microsoft.com/office/drawing/2014/main" val="10009"/>
                  </a:ext>
                </a:extLst>
              </a:tr>
              <a:tr h="228600">
                <a:tc>
                  <a:txBody>
                    <a:bodyPr/>
                    <a:lstStyle/>
                    <a:p>
                      <a:pPr algn="ctr"/>
                      <a:r>
                        <a:rPr sz="1200">
                          <a:solidFill>
                            <a:srgbClr val="000000"/>
                          </a:solidFill>
                        </a:rPr>
                        <a:t>Lag 8</a:t>
                      </a:r>
                    </a:p>
                  </a:txBody>
                  <a:tcPr>
                    <a:lnL w="12700" cmpd="sng">
                      <a:solidFill>
                        <a:srgbClr val="000000"/>
                      </a:solidFill>
                    </a:lnL>
                    <a:lnR w="38100" cmpd="sng">
                      <a:solidFill>
                        <a:srgbClr val="000000"/>
                      </a:solidFill>
                    </a:lnR>
                    <a:lnT w="12700" cmpd="sng">
                      <a:solidFill>
                        <a:srgbClr val="000000"/>
                      </a:solidFill>
                    </a:lnT>
                    <a:lnB w="12700" cmpd="sng">
                      <a:solidFill>
                        <a:srgbClr val="000000"/>
                      </a:solidFill>
                    </a:lnB>
                    <a:solidFill>
                      <a:srgbClr val="70AD47"/>
                    </a:solidFill>
                  </a:tcPr>
                </a:tc>
                <a:tc>
                  <a:txBody>
                    <a:bodyPr/>
                    <a:lstStyle/>
                    <a:p>
                      <a:pPr algn="ctr"/>
                      <a:r>
                        <a:rPr sz="1200">
                          <a:solidFill>
                            <a:srgbClr val="000000"/>
                          </a:solidFill>
                        </a:rPr>
                        <a:t>-0.1</a:t>
                      </a:r>
                    </a:p>
                  </a:txBody>
                  <a:tcPr>
                    <a:lnL w="381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0.2</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extLst>
                  <a:ext uri="{0D108BD9-81ED-4DB2-BD59-A6C34878D82A}">
                    <a16:rowId xmlns:a16="http://schemas.microsoft.com/office/drawing/2014/main" val="10010"/>
                  </a:ext>
                </a:extLst>
              </a:tr>
              <a:tr h="228600">
                <a:tc>
                  <a:txBody>
                    <a:bodyPr/>
                    <a:lstStyle/>
                    <a:p>
                      <a:pPr algn="ctr"/>
                      <a:r>
                        <a:rPr sz="1200">
                          <a:solidFill>
                            <a:srgbClr val="000000"/>
                          </a:solidFill>
                        </a:rPr>
                        <a:t>Lag 9</a:t>
                      </a:r>
                    </a:p>
                  </a:txBody>
                  <a:tcPr>
                    <a:lnL w="12700" cmpd="sng">
                      <a:solidFill>
                        <a:srgbClr val="000000"/>
                      </a:solidFill>
                    </a:lnL>
                    <a:lnR w="38100" cmpd="sng">
                      <a:solidFill>
                        <a:srgbClr val="000000"/>
                      </a:solidFill>
                    </a:lnR>
                    <a:lnT w="12700" cmpd="sng">
                      <a:solidFill>
                        <a:srgbClr val="000000"/>
                      </a:solidFill>
                    </a:lnT>
                    <a:lnB w="12700" cmpd="sng">
                      <a:solidFill>
                        <a:srgbClr val="000000"/>
                      </a:solidFill>
                    </a:lnB>
                    <a:solidFill>
                      <a:srgbClr val="70AD47"/>
                    </a:solidFill>
                  </a:tcPr>
                </a:tc>
                <a:tc>
                  <a:txBody>
                    <a:bodyPr/>
                    <a:lstStyle/>
                    <a:p>
                      <a:pPr algn="ctr"/>
                      <a:r>
                        <a:rPr sz="1200">
                          <a:solidFill>
                            <a:srgbClr val="000000"/>
                          </a:solidFill>
                        </a:rPr>
                        <a:t>0.25</a:t>
                      </a:r>
                    </a:p>
                  </a:txBody>
                  <a:tcPr>
                    <a:lnL w="381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dirty="0">
                          <a:solidFill>
                            <a:srgbClr val="000000"/>
                          </a:solidFill>
                        </a:rPr>
                        <a:t>0.0</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extLst>
                  <a:ext uri="{0D108BD9-81ED-4DB2-BD59-A6C34878D82A}">
                    <a16:rowId xmlns:a16="http://schemas.microsoft.com/office/drawing/2014/main" val="10011"/>
                  </a:ext>
                </a:extLst>
              </a:tr>
            </a:tbl>
          </a:graphicData>
        </a:graphic>
      </p:graphicFrame>
      <p:sp>
        <p:nvSpPr>
          <p:cNvPr id="23" name="TextBox 22">
            <a:extLst>
              <a:ext uri="{FF2B5EF4-FFF2-40B4-BE49-F238E27FC236}">
                <a16:creationId xmlns:a16="http://schemas.microsoft.com/office/drawing/2014/main" id="{66B00691-A77F-291E-A38F-DFDBA433E997}"/>
              </a:ext>
            </a:extLst>
          </p:cNvPr>
          <p:cNvSpPr txBox="1"/>
          <p:nvPr/>
        </p:nvSpPr>
        <p:spPr>
          <a:xfrm>
            <a:off x="4950759" y="4677232"/>
            <a:ext cx="2439894" cy="1231106"/>
          </a:xfrm>
          <a:prstGeom prst="rect">
            <a:avLst/>
          </a:prstGeom>
          <a:noFill/>
        </p:spPr>
        <p:txBody>
          <a:bodyPr wrap="square" rtlCol="0">
            <a:spAutoFit/>
          </a:bodyPr>
          <a:lstStyle/>
          <a:p>
            <a:r>
              <a:rPr lang="en-US" b="1" dirty="0" err="1"/>
              <a:t>Adfuller</a:t>
            </a:r>
            <a:r>
              <a:rPr lang="en-US" b="1" dirty="0"/>
              <a:t>:</a:t>
            </a:r>
          </a:p>
          <a:p>
            <a:pPr marL="285750" indent="-285750">
              <a:buFont typeface="Arial" panose="020B0604020202020204" pitchFamily="34" charset="0"/>
              <a:buChar char="•"/>
            </a:pPr>
            <a:r>
              <a:rPr lang="en-US" sz="1400" dirty="0"/>
              <a:t>Period is not stationary</a:t>
            </a:r>
          </a:p>
          <a:p>
            <a:pPr marL="285750" indent="-285750">
              <a:buFont typeface="Arial" panose="020B0604020202020204" pitchFamily="34" charset="0"/>
              <a:buChar char="•"/>
            </a:pPr>
            <a:r>
              <a:rPr lang="en-US" sz="1400" dirty="0">
                <a:solidFill>
                  <a:srgbClr val="FF0000"/>
                </a:solidFill>
              </a:rPr>
              <a:t>Confirms trendline in seasonal decomposition</a:t>
            </a:r>
          </a:p>
          <a:p>
            <a:pPr marL="285750" indent="-285750">
              <a:buFont typeface="Arial" panose="020B0604020202020204" pitchFamily="34" charset="0"/>
              <a:buChar char="•"/>
            </a:pPr>
            <a:endParaRPr lang="en-US" sz="1400" dirty="0"/>
          </a:p>
        </p:txBody>
      </p:sp>
      <p:sp>
        <p:nvSpPr>
          <p:cNvPr id="7" name="TextBox 6">
            <a:extLst>
              <a:ext uri="{FF2B5EF4-FFF2-40B4-BE49-F238E27FC236}">
                <a16:creationId xmlns:a16="http://schemas.microsoft.com/office/drawing/2014/main" id="{C940090A-DBE8-7AA1-4B57-6374C1EB2921}"/>
              </a:ext>
            </a:extLst>
          </p:cNvPr>
          <p:cNvSpPr txBox="1"/>
          <p:nvPr/>
        </p:nvSpPr>
        <p:spPr>
          <a:xfrm>
            <a:off x="8510457" y="5543490"/>
            <a:ext cx="3300543" cy="1015663"/>
          </a:xfrm>
          <a:prstGeom prst="rect">
            <a:avLst/>
          </a:prstGeom>
          <a:noFill/>
        </p:spPr>
        <p:txBody>
          <a:bodyPr wrap="square" rtlCol="0">
            <a:spAutoFit/>
          </a:bodyPr>
          <a:lstStyle/>
          <a:p>
            <a:r>
              <a:rPr lang="en-US" b="1" dirty="0"/>
              <a:t>Granger Causality/OLS:</a:t>
            </a:r>
          </a:p>
          <a:p>
            <a:pPr marL="285750" indent="-285750">
              <a:buFont typeface="Arial" panose="020B0604020202020204" pitchFamily="34" charset="0"/>
              <a:buChar char="•"/>
            </a:pPr>
            <a:r>
              <a:rPr lang="en-US" sz="1400" dirty="0"/>
              <a:t>Inconclusive</a:t>
            </a:r>
          </a:p>
          <a:p>
            <a:pPr marL="285750" indent="-285750">
              <a:buFont typeface="Arial" panose="020B0604020202020204" pitchFamily="34" charset="0"/>
              <a:buChar char="•"/>
            </a:pPr>
            <a:r>
              <a:rPr lang="en-US" sz="1400" dirty="0"/>
              <a:t>Only 19.1% of the variation explained</a:t>
            </a:r>
          </a:p>
          <a:p>
            <a:pPr marL="285750" indent="-285750">
              <a:buFont typeface="Arial" panose="020B0604020202020204" pitchFamily="34" charset="0"/>
              <a:buChar char="•"/>
            </a:pPr>
            <a:r>
              <a:rPr lang="en-US" sz="1400" dirty="0"/>
              <a:t>Further discussion in Appendix C</a:t>
            </a:r>
          </a:p>
        </p:txBody>
      </p:sp>
    </p:spTree>
    <p:extLst>
      <p:ext uri="{BB962C8B-B14F-4D97-AF65-F5344CB8AC3E}">
        <p14:creationId xmlns:p14="http://schemas.microsoft.com/office/powerpoint/2010/main" val="10172217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165841-47AF-EFB6-06CB-C03F6985B91F}"/>
              </a:ext>
            </a:extLst>
          </p:cNvPr>
          <p:cNvSpPr>
            <a:spLocks noGrp="1"/>
          </p:cNvSpPr>
          <p:nvPr>
            <p:ph type="title"/>
          </p:nvPr>
        </p:nvSpPr>
        <p:spPr>
          <a:xfrm>
            <a:off x="838200" y="161080"/>
            <a:ext cx="10515600" cy="618172"/>
          </a:xfrm>
        </p:spPr>
        <p:txBody>
          <a:bodyPr/>
          <a:lstStyle/>
          <a:p>
            <a:r>
              <a:rPr lang="en-US" dirty="0"/>
              <a:t>Results</a:t>
            </a:r>
          </a:p>
        </p:txBody>
      </p:sp>
      <p:sp>
        <p:nvSpPr>
          <p:cNvPr id="6" name="Text Placeholder 5">
            <a:extLst>
              <a:ext uri="{FF2B5EF4-FFF2-40B4-BE49-F238E27FC236}">
                <a16:creationId xmlns:a16="http://schemas.microsoft.com/office/drawing/2014/main" id="{2ABAADF8-8D4A-B120-1290-57D0244E30BB}"/>
              </a:ext>
            </a:extLst>
          </p:cNvPr>
          <p:cNvSpPr>
            <a:spLocks noGrp="1"/>
          </p:cNvSpPr>
          <p:nvPr>
            <p:ph type="body" sz="quarter" idx="17"/>
          </p:nvPr>
        </p:nvSpPr>
        <p:spPr>
          <a:xfrm>
            <a:off x="838200" y="779252"/>
            <a:ext cx="10515600" cy="467232"/>
          </a:xfrm>
        </p:spPr>
        <p:txBody>
          <a:bodyPr>
            <a:noAutofit/>
          </a:bodyPr>
          <a:lstStyle/>
          <a:p>
            <a:r>
              <a:rPr lang="en-US" dirty="0"/>
              <a:t>ARIMA (Best Model Top 3)</a:t>
            </a:r>
          </a:p>
        </p:txBody>
      </p:sp>
      <p:pic>
        <p:nvPicPr>
          <p:cNvPr id="2" name="Content Placeholder 24">
            <a:extLst>
              <a:ext uri="{FF2B5EF4-FFF2-40B4-BE49-F238E27FC236}">
                <a16:creationId xmlns:a16="http://schemas.microsoft.com/office/drawing/2014/main" id="{1861DA63-AA14-601E-8017-670681D80CA9}"/>
              </a:ext>
            </a:extLst>
          </p:cNvPr>
          <p:cNvPicPr>
            <a:picLocks noGrp="1" noChangeAspect="1"/>
          </p:cNvPicPr>
          <p:nvPr>
            <p:ph sz="quarter" idx="18"/>
          </p:nvPr>
        </p:nvPicPr>
        <p:blipFill>
          <a:blip r:embed="rId2"/>
          <a:srcRect/>
          <a:stretch/>
        </p:blipFill>
        <p:spPr>
          <a:xfrm>
            <a:off x="4851490" y="1433513"/>
            <a:ext cx="6146619" cy="5080000"/>
          </a:xfrm>
        </p:spPr>
      </p:pic>
      <p:sp>
        <p:nvSpPr>
          <p:cNvPr id="8" name="Content Placeholder 7">
            <a:extLst>
              <a:ext uri="{FF2B5EF4-FFF2-40B4-BE49-F238E27FC236}">
                <a16:creationId xmlns:a16="http://schemas.microsoft.com/office/drawing/2014/main" id="{B2B209C3-C5EC-30ED-8B60-CCB67544057B}"/>
              </a:ext>
            </a:extLst>
          </p:cNvPr>
          <p:cNvSpPr>
            <a:spLocks noGrp="1"/>
          </p:cNvSpPr>
          <p:nvPr>
            <p:ph sz="quarter" idx="19"/>
          </p:nvPr>
        </p:nvSpPr>
        <p:spPr>
          <a:xfrm>
            <a:off x="838200" y="1433417"/>
            <a:ext cx="3657600" cy="5080096"/>
          </a:xfrm>
        </p:spPr>
        <p:txBody>
          <a:bodyPr>
            <a:normAutofit/>
          </a:bodyPr>
          <a:lstStyle/>
          <a:p>
            <a:r>
              <a:rPr lang="en-US" dirty="0"/>
              <a:t>Best Seasonality Model:</a:t>
            </a:r>
          </a:p>
          <a:p>
            <a:pPr lvl="1"/>
            <a:r>
              <a:rPr lang="en-US" dirty="0"/>
              <a:t>Based on prior year’s period</a:t>
            </a:r>
          </a:p>
          <a:p>
            <a:pPr lvl="1"/>
            <a:r>
              <a:rPr lang="en-US" dirty="0"/>
              <a:t>Predictions can be made on a year-to-year basis purely on seasonality</a:t>
            </a:r>
          </a:p>
        </p:txBody>
      </p:sp>
    </p:spTree>
    <p:extLst>
      <p:ext uri="{BB962C8B-B14F-4D97-AF65-F5344CB8AC3E}">
        <p14:creationId xmlns:p14="http://schemas.microsoft.com/office/powerpoint/2010/main" val="23865365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0B00788-B381-C827-20A7-0B18081A4AFF}"/>
              </a:ext>
            </a:extLst>
          </p:cNvPr>
          <p:cNvSpPr>
            <a:spLocks noGrp="1"/>
          </p:cNvSpPr>
          <p:nvPr>
            <p:ph type="title"/>
          </p:nvPr>
        </p:nvSpPr>
        <p:spPr>
          <a:xfrm>
            <a:off x="838200" y="161080"/>
            <a:ext cx="10515600" cy="618172"/>
          </a:xfrm>
        </p:spPr>
        <p:txBody>
          <a:bodyPr/>
          <a:lstStyle/>
          <a:p>
            <a:r>
              <a:rPr lang="en-US" dirty="0"/>
              <a:t>Results</a:t>
            </a:r>
          </a:p>
        </p:txBody>
      </p:sp>
      <p:sp>
        <p:nvSpPr>
          <p:cNvPr id="6" name="Text Placeholder 5">
            <a:extLst>
              <a:ext uri="{FF2B5EF4-FFF2-40B4-BE49-F238E27FC236}">
                <a16:creationId xmlns:a16="http://schemas.microsoft.com/office/drawing/2014/main" id="{6514A5BC-9F11-D47B-4364-E9ECEF9EEF74}"/>
              </a:ext>
            </a:extLst>
          </p:cNvPr>
          <p:cNvSpPr>
            <a:spLocks noGrp="1"/>
          </p:cNvSpPr>
          <p:nvPr>
            <p:ph type="body" sz="quarter" idx="17"/>
          </p:nvPr>
        </p:nvSpPr>
        <p:spPr>
          <a:xfrm>
            <a:off x="838200" y="779252"/>
            <a:ext cx="10515600" cy="467232"/>
          </a:xfrm>
        </p:spPr>
        <p:txBody>
          <a:bodyPr>
            <a:noAutofit/>
          </a:bodyPr>
          <a:lstStyle/>
          <a:p>
            <a:r>
              <a:rPr lang="en-US" dirty="0"/>
              <a:t>Ensemble (Best Model Top 3)</a:t>
            </a:r>
          </a:p>
        </p:txBody>
      </p:sp>
      <p:pic>
        <p:nvPicPr>
          <p:cNvPr id="2" name="Content Placeholder 6">
            <a:extLst>
              <a:ext uri="{FF2B5EF4-FFF2-40B4-BE49-F238E27FC236}">
                <a16:creationId xmlns:a16="http://schemas.microsoft.com/office/drawing/2014/main" id="{3E87A07F-E576-4D80-504F-F802A1BF112B}"/>
              </a:ext>
            </a:extLst>
          </p:cNvPr>
          <p:cNvPicPr>
            <a:picLocks noGrp="1" noChangeAspect="1"/>
          </p:cNvPicPr>
          <p:nvPr>
            <p:ph sz="quarter" idx="18"/>
          </p:nvPr>
        </p:nvPicPr>
        <p:blipFill>
          <a:blip r:embed="rId3"/>
          <a:srcRect/>
          <a:stretch/>
        </p:blipFill>
        <p:spPr>
          <a:xfrm>
            <a:off x="4851490" y="1433513"/>
            <a:ext cx="6146619" cy="5080000"/>
          </a:xfrm>
        </p:spPr>
      </p:pic>
      <p:sp>
        <p:nvSpPr>
          <p:cNvPr id="8" name="Content Placeholder 7">
            <a:extLst>
              <a:ext uri="{FF2B5EF4-FFF2-40B4-BE49-F238E27FC236}">
                <a16:creationId xmlns:a16="http://schemas.microsoft.com/office/drawing/2014/main" id="{47EC4DBA-9933-AA98-FF2B-D760767E66D5}"/>
              </a:ext>
            </a:extLst>
          </p:cNvPr>
          <p:cNvSpPr>
            <a:spLocks noGrp="1"/>
          </p:cNvSpPr>
          <p:nvPr>
            <p:ph sz="quarter" idx="19"/>
          </p:nvPr>
        </p:nvSpPr>
        <p:spPr>
          <a:xfrm>
            <a:off x="838200" y="1433417"/>
            <a:ext cx="3657600" cy="5080096"/>
          </a:xfrm>
        </p:spPr>
        <p:txBody>
          <a:bodyPr/>
          <a:lstStyle/>
          <a:p>
            <a:r>
              <a:rPr lang="en-US" dirty="0"/>
              <a:t>Best Trend Model:</a:t>
            </a:r>
          </a:p>
          <a:p>
            <a:pPr lvl="1"/>
            <a:r>
              <a:rPr lang="en-US" dirty="0"/>
              <a:t>Cross validation MAPE: 19.1%</a:t>
            </a:r>
          </a:p>
          <a:p>
            <a:pPr lvl="1"/>
            <a:r>
              <a:rPr lang="en-US" dirty="0"/>
              <a:t>In-sample MAPE: 8.2%</a:t>
            </a:r>
          </a:p>
          <a:p>
            <a:pPr lvl="1"/>
            <a:r>
              <a:rPr lang="en-US" dirty="0"/>
              <a:t>Only creates a few months of forecast</a:t>
            </a:r>
          </a:p>
        </p:txBody>
      </p:sp>
    </p:spTree>
    <p:extLst>
      <p:ext uri="{BB962C8B-B14F-4D97-AF65-F5344CB8AC3E}">
        <p14:creationId xmlns:p14="http://schemas.microsoft.com/office/powerpoint/2010/main" val="33550984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Content Placeholder 8">
            <a:extLst>
              <a:ext uri="{FF2B5EF4-FFF2-40B4-BE49-F238E27FC236}">
                <a16:creationId xmlns:a16="http://schemas.microsoft.com/office/drawing/2014/main" id="{27C5F25E-844E-B2C2-2A3B-9CD0A4B2E9C4}"/>
              </a:ext>
            </a:extLst>
          </p:cNvPr>
          <p:cNvGraphicFramePr>
            <a:graphicFrameLocks noGrp="1"/>
          </p:cNvGraphicFramePr>
          <p:nvPr>
            <p:ph sz="quarter" idx="20"/>
            <p:extLst>
              <p:ext uri="{D42A27DB-BD31-4B8C-83A1-F6EECF244321}">
                <p14:modId xmlns:p14="http://schemas.microsoft.com/office/powerpoint/2010/main" val="560785938"/>
              </p:ext>
            </p:extLst>
          </p:nvPr>
        </p:nvGraphicFramePr>
        <p:xfrm>
          <a:off x="838200" y="1516063"/>
          <a:ext cx="10515600" cy="46974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4" name="Title 13">
            <a:extLst>
              <a:ext uri="{FF2B5EF4-FFF2-40B4-BE49-F238E27FC236}">
                <a16:creationId xmlns:a16="http://schemas.microsoft.com/office/drawing/2014/main" id="{0828EB5F-E347-7E4C-01AA-9BD6A66CFA2F}"/>
              </a:ext>
            </a:extLst>
          </p:cNvPr>
          <p:cNvSpPr>
            <a:spLocks noGrp="1"/>
          </p:cNvSpPr>
          <p:nvPr>
            <p:ph type="title"/>
          </p:nvPr>
        </p:nvSpPr>
        <p:spPr>
          <a:xfrm>
            <a:off x="838200" y="161080"/>
            <a:ext cx="10515600" cy="618172"/>
          </a:xfrm>
        </p:spPr>
        <p:txBody>
          <a:bodyPr/>
          <a:lstStyle/>
          <a:p>
            <a:r>
              <a:rPr lang="en-US" dirty="0"/>
              <a:t>Results</a:t>
            </a:r>
          </a:p>
        </p:txBody>
      </p:sp>
      <p:sp>
        <p:nvSpPr>
          <p:cNvPr id="15" name="Text Placeholder 14">
            <a:extLst>
              <a:ext uri="{FF2B5EF4-FFF2-40B4-BE49-F238E27FC236}">
                <a16:creationId xmlns:a16="http://schemas.microsoft.com/office/drawing/2014/main" id="{2177A5A8-FCBD-D630-0DD2-4AB53A9D895D}"/>
              </a:ext>
            </a:extLst>
          </p:cNvPr>
          <p:cNvSpPr>
            <a:spLocks noGrp="1"/>
          </p:cNvSpPr>
          <p:nvPr>
            <p:ph type="body" sz="quarter" idx="17"/>
          </p:nvPr>
        </p:nvSpPr>
        <p:spPr>
          <a:xfrm>
            <a:off x="838200" y="779252"/>
            <a:ext cx="10515600" cy="467232"/>
          </a:xfrm>
        </p:spPr>
        <p:txBody>
          <a:bodyPr/>
          <a:lstStyle/>
          <a:p>
            <a:r>
              <a:rPr lang="en-US" dirty="0"/>
              <a:t>Summary</a:t>
            </a:r>
          </a:p>
        </p:txBody>
      </p:sp>
      <p:sp>
        <p:nvSpPr>
          <p:cNvPr id="18" name="Content Placeholder 17">
            <a:extLst>
              <a:ext uri="{FF2B5EF4-FFF2-40B4-BE49-F238E27FC236}">
                <a16:creationId xmlns:a16="http://schemas.microsoft.com/office/drawing/2014/main" id="{5E182A98-3EE1-133B-D7C3-A17108DD7797}"/>
              </a:ext>
            </a:extLst>
          </p:cNvPr>
          <p:cNvSpPr>
            <a:spLocks noGrp="1"/>
          </p:cNvSpPr>
          <p:nvPr>
            <p:ph sz="quarter" idx="18"/>
          </p:nvPr>
        </p:nvSpPr>
        <p:spPr>
          <a:xfrm>
            <a:off x="838200" y="1515649"/>
            <a:ext cx="4122738" cy="4697826"/>
          </a:xfrm>
        </p:spPr>
        <p:txBody>
          <a:bodyPr/>
          <a:lstStyle/>
          <a:p>
            <a:pPr lvl="0"/>
            <a:r>
              <a:rPr lang="en-US" dirty="0"/>
              <a:t>Testing (Best Predictors):</a:t>
            </a:r>
          </a:p>
          <a:p>
            <a:pPr lvl="1"/>
            <a:r>
              <a:rPr lang="en-US" dirty="0"/>
              <a:t>Desc1s (validated by account analysis)</a:t>
            </a:r>
          </a:p>
          <a:p>
            <a:pPr marL="0" lvl="1" indent="0">
              <a:buNone/>
            </a:pPr>
            <a:endParaRPr lang="en-US" dirty="0"/>
          </a:p>
          <a:p>
            <a:pPr lvl="0"/>
            <a:r>
              <a:rPr lang="en-US" dirty="0"/>
              <a:t>Decomposition (Transactions by period):</a:t>
            </a:r>
          </a:p>
          <a:p>
            <a:pPr lvl="1"/>
            <a:r>
              <a:rPr lang="en-US" dirty="0"/>
              <a:t>Upward trend because</a:t>
            </a:r>
            <a:br>
              <a:rPr lang="en-US" dirty="0"/>
            </a:br>
            <a:r>
              <a:rPr lang="en-US" dirty="0"/>
              <a:t>transaction data by period</a:t>
            </a:r>
            <a:br>
              <a:rPr lang="en-US" dirty="0"/>
            </a:br>
            <a:r>
              <a:rPr lang="en-US" dirty="0"/>
              <a:t>is non-stationary (</a:t>
            </a:r>
            <a:r>
              <a:rPr lang="en-US" dirty="0" err="1"/>
              <a:t>Adfuller</a:t>
            </a:r>
            <a:r>
              <a:rPr lang="en-US" dirty="0"/>
              <a:t>, p &gt; 0.05)</a:t>
            </a:r>
          </a:p>
          <a:p>
            <a:pPr lvl="1"/>
            <a:r>
              <a:rPr lang="en-US" dirty="0"/>
              <a:t>Significant seasonality</a:t>
            </a:r>
          </a:p>
        </p:txBody>
      </p:sp>
      <p:sp>
        <p:nvSpPr>
          <p:cNvPr id="7" name="Content Placeholder 6">
            <a:extLst>
              <a:ext uri="{FF2B5EF4-FFF2-40B4-BE49-F238E27FC236}">
                <a16:creationId xmlns:a16="http://schemas.microsoft.com/office/drawing/2014/main" id="{A55371B6-E024-9281-14E9-C43ED1C83D58}"/>
              </a:ext>
            </a:extLst>
          </p:cNvPr>
          <p:cNvSpPr>
            <a:spLocks noGrp="1"/>
          </p:cNvSpPr>
          <p:nvPr>
            <p:ph sz="quarter" idx="19"/>
          </p:nvPr>
        </p:nvSpPr>
        <p:spPr>
          <a:xfrm>
            <a:off x="7231064" y="1515649"/>
            <a:ext cx="4122738" cy="4697826"/>
          </a:xfrm>
        </p:spPr>
        <p:txBody>
          <a:bodyPr>
            <a:normAutofit/>
          </a:bodyPr>
          <a:lstStyle/>
          <a:p>
            <a:r>
              <a:rPr lang="en-US" dirty="0"/>
              <a:t>Clustering (Top 3 Desc1s): </a:t>
            </a:r>
          </a:p>
          <a:p>
            <a:pPr lvl="1"/>
            <a:r>
              <a:rPr lang="en-US" dirty="0"/>
              <a:t>CB, BK, and EM</a:t>
            </a:r>
          </a:p>
          <a:p>
            <a:pPr lvl="1"/>
            <a:r>
              <a:rPr lang="en-US" dirty="0"/>
              <a:t>CB was most important Desc1</a:t>
            </a:r>
          </a:p>
          <a:p>
            <a:pPr marL="0" lvl="1" indent="0">
              <a:buNone/>
            </a:pPr>
            <a:endParaRPr lang="en-US" dirty="0"/>
          </a:p>
          <a:p>
            <a:r>
              <a:rPr lang="en-US" dirty="0"/>
              <a:t>Modelling (Best Model):</a:t>
            </a:r>
          </a:p>
          <a:p>
            <a:pPr lvl="1"/>
            <a:r>
              <a:rPr lang="en-US" dirty="0"/>
              <a:t>Post-pandemic (last 3 years) </a:t>
            </a:r>
          </a:p>
          <a:p>
            <a:pPr lvl="1"/>
            <a:r>
              <a:rPr lang="en-US" dirty="0"/>
              <a:t>Percentage</a:t>
            </a:r>
          </a:p>
        </p:txBody>
      </p:sp>
    </p:spTree>
    <p:extLst>
      <p:ext uri="{BB962C8B-B14F-4D97-AF65-F5344CB8AC3E}">
        <p14:creationId xmlns:p14="http://schemas.microsoft.com/office/powerpoint/2010/main" val="16098364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4BF3A76-D655-31DF-2271-DF928C54C0ED}"/>
              </a:ext>
            </a:extLst>
          </p:cNvPr>
          <p:cNvSpPr>
            <a:spLocks noGrp="1"/>
          </p:cNvSpPr>
          <p:nvPr>
            <p:ph type="title"/>
          </p:nvPr>
        </p:nvSpPr>
        <p:spPr>
          <a:xfrm>
            <a:off x="838200" y="161080"/>
            <a:ext cx="10515600" cy="618172"/>
          </a:xfrm>
        </p:spPr>
        <p:txBody>
          <a:bodyPr/>
          <a:lstStyle/>
          <a:p>
            <a:r>
              <a:rPr lang="en-US" dirty="0"/>
              <a:t>Conclusion</a:t>
            </a:r>
          </a:p>
        </p:txBody>
      </p:sp>
      <p:sp>
        <p:nvSpPr>
          <p:cNvPr id="3" name="Content Placeholder 2">
            <a:extLst>
              <a:ext uri="{FF2B5EF4-FFF2-40B4-BE49-F238E27FC236}">
                <a16:creationId xmlns:a16="http://schemas.microsoft.com/office/drawing/2014/main" id="{DAB94556-DDC5-A898-A3E5-A3A29C84DCF6}"/>
              </a:ext>
            </a:extLst>
          </p:cNvPr>
          <p:cNvSpPr>
            <a:spLocks noGrp="1"/>
          </p:cNvSpPr>
          <p:nvPr>
            <p:ph idx="1"/>
          </p:nvPr>
        </p:nvSpPr>
        <p:spPr>
          <a:xfrm>
            <a:off x="838199" y="1600201"/>
            <a:ext cx="10515601" cy="4800599"/>
          </a:xfrm>
        </p:spPr>
        <p:txBody>
          <a:bodyPr/>
          <a:lstStyle/>
          <a:p>
            <a:pPr lvl="0"/>
            <a:r>
              <a:rPr lang="en-US" dirty="0"/>
              <a:t>Question:</a:t>
            </a:r>
          </a:p>
          <a:p>
            <a:pPr lvl="1"/>
            <a:r>
              <a:rPr lang="en-US" dirty="0"/>
              <a:t>Is the variability in the data explained by seasonality or randomness (particularly concerning identified troughs)?</a:t>
            </a:r>
          </a:p>
          <a:p>
            <a:pPr lvl="1"/>
            <a:endParaRPr lang="en-US" dirty="0"/>
          </a:p>
          <a:p>
            <a:pPr lvl="0"/>
            <a:r>
              <a:rPr lang="en-US" dirty="0"/>
              <a:t>Assumptions:</a:t>
            </a:r>
          </a:p>
          <a:p>
            <a:pPr lvl="1"/>
            <a:r>
              <a:rPr lang="en-US" dirty="0"/>
              <a:t>The pandemic caused a significant change in business revenue streams</a:t>
            </a:r>
          </a:p>
          <a:p>
            <a:pPr lvl="1"/>
            <a:r>
              <a:rPr lang="en-US" dirty="0"/>
              <a:t>3 transaction categories (desc1s CB, EM, BK) drive the main variability in the revenue stream</a:t>
            </a:r>
          </a:p>
          <a:p>
            <a:pPr lvl="1"/>
            <a:endParaRPr lang="en-US" dirty="0"/>
          </a:p>
          <a:p>
            <a:pPr lvl="0"/>
            <a:r>
              <a:rPr lang="en-US" dirty="0"/>
              <a:t>Answer:</a:t>
            </a:r>
          </a:p>
          <a:p>
            <a:pPr lvl="1"/>
            <a:r>
              <a:rPr lang="en-US" dirty="0"/>
              <a:t>Based on the best models, seasonality was found to be the prominent component of the prediction</a:t>
            </a:r>
          </a:p>
          <a:p>
            <a:endParaRPr lang="en-US" dirty="0"/>
          </a:p>
        </p:txBody>
      </p:sp>
      <p:sp>
        <p:nvSpPr>
          <p:cNvPr id="2" name="Content Placeholder 1">
            <a:extLst>
              <a:ext uri="{FF2B5EF4-FFF2-40B4-BE49-F238E27FC236}">
                <a16:creationId xmlns:a16="http://schemas.microsoft.com/office/drawing/2014/main" id="{4DC23C0F-44D0-33D2-6650-C782AAD3FD55}"/>
              </a:ext>
            </a:extLst>
          </p:cNvPr>
          <p:cNvSpPr>
            <a:spLocks noGrp="1"/>
          </p:cNvSpPr>
          <p:nvPr>
            <p:ph type="body" sz="quarter" idx="13"/>
          </p:nvPr>
        </p:nvSpPr>
        <p:spPr>
          <a:xfrm>
            <a:off x="838200" y="779252"/>
            <a:ext cx="10515600" cy="467232"/>
          </a:xfrm>
        </p:spPr>
        <p:txBody>
          <a:bodyPr>
            <a:noAutofit/>
          </a:bodyPr>
          <a:lstStyle/>
          <a:p>
            <a:pPr lvl="0"/>
            <a:r>
              <a:rPr lang="en-US" dirty="0"/>
              <a:t>Main Concern</a:t>
            </a:r>
          </a:p>
        </p:txBody>
      </p:sp>
    </p:spTree>
    <p:extLst>
      <p:ext uri="{BB962C8B-B14F-4D97-AF65-F5344CB8AC3E}">
        <p14:creationId xmlns:p14="http://schemas.microsoft.com/office/powerpoint/2010/main" val="29515208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0C24D7-D95C-AF05-92F8-106EE70AF252}"/>
              </a:ext>
            </a:extLst>
          </p:cNvPr>
          <p:cNvSpPr>
            <a:spLocks noGrp="1"/>
          </p:cNvSpPr>
          <p:nvPr>
            <p:ph type="title"/>
          </p:nvPr>
        </p:nvSpPr>
        <p:spPr>
          <a:xfrm>
            <a:off x="838200" y="161080"/>
            <a:ext cx="10515600" cy="618172"/>
          </a:xfrm>
        </p:spPr>
        <p:txBody>
          <a:bodyPr/>
          <a:lstStyle/>
          <a:p>
            <a:r>
              <a:rPr lang="en-US" dirty="0"/>
              <a:t>Conclusion</a:t>
            </a:r>
          </a:p>
        </p:txBody>
      </p:sp>
      <p:sp>
        <p:nvSpPr>
          <p:cNvPr id="5" name="Content Placeholder 4">
            <a:extLst>
              <a:ext uri="{FF2B5EF4-FFF2-40B4-BE49-F238E27FC236}">
                <a16:creationId xmlns:a16="http://schemas.microsoft.com/office/drawing/2014/main" id="{BA8ED4D2-FDF0-9FE6-51EA-1D3339BE6FFD}"/>
              </a:ext>
            </a:extLst>
          </p:cNvPr>
          <p:cNvSpPr>
            <a:spLocks noGrp="1"/>
          </p:cNvSpPr>
          <p:nvPr>
            <p:ph idx="1"/>
          </p:nvPr>
        </p:nvSpPr>
        <p:spPr>
          <a:xfrm>
            <a:off x="838199" y="1600201"/>
            <a:ext cx="10515601" cy="4800599"/>
          </a:xfrm>
        </p:spPr>
        <p:txBody>
          <a:bodyPr/>
          <a:lstStyle/>
          <a:p>
            <a:pPr lvl="0"/>
            <a:r>
              <a:rPr lang="en-US" dirty="0"/>
              <a:t>Is the target company’s revenue stream volatile?</a:t>
            </a:r>
          </a:p>
          <a:p>
            <a:pPr lvl="1"/>
            <a:r>
              <a:rPr lang="en-US" dirty="0"/>
              <a:t>Yes, due to 68% of the revenue consisting of volatile top 3 desc1 transactions that were 41 times the average standard deviation</a:t>
            </a:r>
          </a:p>
          <a:p>
            <a:pPr lvl="1"/>
            <a:endParaRPr lang="en-US" dirty="0"/>
          </a:p>
          <a:p>
            <a:pPr lvl="0"/>
            <a:r>
              <a:rPr lang="en-US" dirty="0"/>
              <a:t>Is there any component of the revenue stream that seems to be inconsistent or sporadic?</a:t>
            </a:r>
          </a:p>
          <a:p>
            <a:pPr lvl="1"/>
            <a:r>
              <a:rPr lang="en-US" dirty="0"/>
              <a:t>No inconsistency was found amongst the top 3 desc1s since the stream depends heavily on seasonality</a:t>
            </a:r>
          </a:p>
          <a:p>
            <a:pPr lvl="1"/>
            <a:endParaRPr lang="en-US" dirty="0"/>
          </a:p>
          <a:p>
            <a:pPr lvl="0"/>
            <a:r>
              <a:rPr lang="en-US" dirty="0"/>
              <a:t>Is the target company experiencing reliable growth?</a:t>
            </a:r>
          </a:p>
          <a:p>
            <a:pPr lvl="1"/>
            <a:r>
              <a:rPr lang="en-US" dirty="0"/>
              <a:t>Yes, the revenue stream grouped by period seems to show non-stationarity and shows a positive trend, though this effect could be due to post-pandemic trends</a:t>
            </a:r>
          </a:p>
          <a:p>
            <a:endParaRPr lang="en-US" dirty="0"/>
          </a:p>
        </p:txBody>
      </p:sp>
      <p:sp>
        <p:nvSpPr>
          <p:cNvPr id="6" name="Text Placeholder 5">
            <a:extLst>
              <a:ext uri="{FF2B5EF4-FFF2-40B4-BE49-F238E27FC236}">
                <a16:creationId xmlns:a16="http://schemas.microsoft.com/office/drawing/2014/main" id="{2112D6EF-3D43-9E0C-27B7-2D39E801CF70}"/>
              </a:ext>
            </a:extLst>
          </p:cNvPr>
          <p:cNvSpPr>
            <a:spLocks noGrp="1"/>
          </p:cNvSpPr>
          <p:nvPr>
            <p:ph type="body" sz="quarter" idx="13"/>
          </p:nvPr>
        </p:nvSpPr>
        <p:spPr>
          <a:xfrm>
            <a:off x="838200" y="779252"/>
            <a:ext cx="10515600" cy="467232"/>
          </a:xfrm>
        </p:spPr>
        <p:txBody>
          <a:bodyPr/>
          <a:lstStyle/>
          <a:p>
            <a:r>
              <a:rPr lang="en-US" dirty="0"/>
              <a:t>Private Equity Concerns</a:t>
            </a:r>
          </a:p>
        </p:txBody>
      </p:sp>
    </p:spTree>
    <p:extLst>
      <p:ext uri="{BB962C8B-B14F-4D97-AF65-F5344CB8AC3E}">
        <p14:creationId xmlns:p14="http://schemas.microsoft.com/office/powerpoint/2010/main" val="23153454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B5CF2F-0683-5F51-B143-1239A9FA11E8}"/>
              </a:ext>
            </a:extLst>
          </p:cNvPr>
          <p:cNvSpPr>
            <a:spLocks noGrp="1"/>
          </p:cNvSpPr>
          <p:nvPr>
            <p:ph type="title"/>
          </p:nvPr>
        </p:nvSpPr>
        <p:spPr>
          <a:xfrm>
            <a:off x="838200" y="161080"/>
            <a:ext cx="10515600" cy="618172"/>
          </a:xfrm>
        </p:spPr>
        <p:txBody>
          <a:bodyPr/>
          <a:lstStyle/>
          <a:p>
            <a:r>
              <a:rPr lang="en-US" dirty="0"/>
              <a:t>Conclusion</a:t>
            </a:r>
          </a:p>
        </p:txBody>
      </p:sp>
      <p:sp>
        <p:nvSpPr>
          <p:cNvPr id="3" name="Content Placeholder 2">
            <a:extLst>
              <a:ext uri="{FF2B5EF4-FFF2-40B4-BE49-F238E27FC236}">
                <a16:creationId xmlns:a16="http://schemas.microsoft.com/office/drawing/2014/main" id="{E5189707-1B94-8906-F8E8-11641B040400}"/>
              </a:ext>
            </a:extLst>
          </p:cNvPr>
          <p:cNvSpPr>
            <a:spLocks noGrp="1"/>
          </p:cNvSpPr>
          <p:nvPr>
            <p:ph idx="1"/>
          </p:nvPr>
        </p:nvSpPr>
        <p:spPr>
          <a:xfrm>
            <a:off x="838199" y="1600201"/>
            <a:ext cx="10515601" cy="4800599"/>
          </a:xfrm>
        </p:spPr>
        <p:txBody>
          <a:bodyPr/>
          <a:lstStyle/>
          <a:p>
            <a:r>
              <a:rPr lang="en-US" dirty="0"/>
              <a:t>This analysis is generally applicable to small or mid-sized companies by using the following steps</a:t>
            </a:r>
          </a:p>
          <a:p>
            <a:pPr marL="800100" lvl="1" indent="-342900">
              <a:buFont typeface="+mj-lt"/>
              <a:buAutoNum type="arabicPeriod"/>
            </a:pPr>
            <a:r>
              <a:rPr lang="en-US" dirty="0"/>
              <a:t>Feature Engineering:</a:t>
            </a:r>
          </a:p>
          <a:p>
            <a:pPr lvl="2"/>
            <a:r>
              <a:rPr lang="en-US" dirty="0"/>
              <a:t>Transforming IDs that persist across multiple periods</a:t>
            </a:r>
          </a:p>
          <a:p>
            <a:pPr marL="800100" lvl="1" indent="-342900">
              <a:buFont typeface="+mj-lt"/>
              <a:buAutoNum type="arabicPeriod"/>
            </a:pPr>
            <a:r>
              <a:rPr lang="en-US" dirty="0"/>
              <a:t>Grouping:</a:t>
            </a:r>
          </a:p>
          <a:p>
            <a:pPr lvl="2"/>
            <a:r>
              <a:rPr lang="en-US" dirty="0"/>
              <a:t>Clustering methods that help with determining the predictors with the highest variations</a:t>
            </a:r>
          </a:p>
          <a:p>
            <a:pPr marL="800100" lvl="1" indent="-342900">
              <a:buFont typeface="+mj-lt"/>
              <a:buAutoNum type="arabicPeriod"/>
            </a:pPr>
            <a:r>
              <a:rPr lang="en-US" dirty="0"/>
              <a:t>Decomposition:</a:t>
            </a:r>
          </a:p>
          <a:p>
            <a:pPr lvl="2"/>
            <a:r>
              <a:rPr lang="en-US" dirty="0"/>
              <a:t>Splitting the data, separating trends from seasonality</a:t>
            </a:r>
          </a:p>
          <a:p>
            <a:pPr marL="800100" lvl="1" indent="-342900">
              <a:buFont typeface="+mj-lt"/>
              <a:buAutoNum type="arabicPeriod"/>
            </a:pPr>
            <a:r>
              <a:rPr lang="en-US" dirty="0"/>
              <a:t>Modelling:</a:t>
            </a:r>
          </a:p>
          <a:p>
            <a:pPr lvl="2"/>
            <a:r>
              <a:rPr lang="en-US" dirty="0"/>
              <a:t>ARIMA –best for predicting seasonality</a:t>
            </a:r>
          </a:p>
          <a:p>
            <a:pPr lvl="2"/>
            <a:r>
              <a:rPr lang="en-US" dirty="0"/>
              <a:t>Ensemble –best for predicting trends</a:t>
            </a:r>
          </a:p>
          <a:p>
            <a:pPr lvl="2"/>
            <a:endParaRPr lang="en-US" dirty="0"/>
          </a:p>
          <a:p>
            <a:r>
              <a:rPr lang="en-US" dirty="0"/>
              <a:t>Using this methodology expedites the acquisition process by creating an automated blueprint for the due diligence analysis</a:t>
            </a:r>
          </a:p>
        </p:txBody>
      </p:sp>
      <p:sp>
        <p:nvSpPr>
          <p:cNvPr id="4" name="Text Placeholder 3">
            <a:extLst>
              <a:ext uri="{FF2B5EF4-FFF2-40B4-BE49-F238E27FC236}">
                <a16:creationId xmlns:a16="http://schemas.microsoft.com/office/drawing/2014/main" id="{70DC502B-6C3A-57F1-DE10-DBAB64E8F0DC}"/>
              </a:ext>
            </a:extLst>
          </p:cNvPr>
          <p:cNvSpPr>
            <a:spLocks noGrp="1"/>
          </p:cNvSpPr>
          <p:nvPr>
            <p:ph type="body" sz="quarter" idx="13"/>
          </p:nvPr>
        </p:nvSpPr>
        <p:spPr>
          <a:xfrm>
            <a:off x="838200" y="779252"/>
            <a:ext cx="10515600" cy="467232"/>
          </a:xfrm>
        </p:spPr>
        <p:txBody>
          <a:bodyPr/>
          <a:lstStyle/>
          <a:p>
            <a:r>
              <a:rPr lang="en-US" dirty="0"/>
              <a:t>Future Application</a:t>
            </a:r>
          </a:p>
        </p:txBody>
      </p:sp>
    </p:spTree>
    <p:extLst>
      <p:ext uri="{BB962C8B-B14F-4D97-AF65-F5344CB8AC3E}">
        <p14:creationId xmlns:p14="http://schemas.microsoft.com/office/powerpoint/2010/main" val="567387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5C9BE1-49F4-E0B4-3456-C2E0674937C3}"/>
              </a:ext>
            </a:extLst>
          </p:cNvPr>
          <p:cNvSpPr>
            <a:spLocks noGrp="1"/>
          </p:cNvSpPr>
          <p:nvPr>
            <p:ph type="title"/>
          </p:nvPr>
        </p:nvSpPr>
        <p:spPr>
          <a:xfrm>
            <a:off x="838200" y="161080"/>
            <a:ext cx="10515600" cy="618172"/>
          </a:xfrm>
        </p:spPr>
        <p:txBody>
          <a:bodyPr/>
          <a:lstStyle/>
          <a:p>
            <a:r>
              <a:rPr lang="en-US" dirty="0"/>
              <a:t>Limitations  &amp; Future Work</a:t>
            </a:r>
          </a:p>
        </p:txBody>
      </p:sp>
      <p:sp>
        <p:nvSpPr>
          <p:cNvPr id="3" name="Content Placeholder 2">
            <a:extLst>
              <a:ext uri="{FF2B5EF4-FFF2-40B4-BE49-F238E27FC236}">
                <a16:creationId xmlns:a16="http://schemas.microsoft.com/office/drawing/2014/main" id="{E146BC6D-5CBC-66F7-8CAE-0CFAC72F8439}"/>
              </a:ext>
            </a:extLst>
          </p:cNvPr>
          <p:cNvSpPr>
            <a:spLocks noGrp="1"/>
          </p:cNvSpPr>
          <p:nvPr>
            <p:ph idx="1"/>
          </p:nvPr>
        </p:nvSpPr>
        <p:spPr>
          <a:xfrm>
            <a:off x="838199" y="1600201"/>
            <a:ext cx="10515601" cy="4800599"/>
          </a:xfrm>
        </p:spPr>
        <p:txBody>
          <a:bodyPr>
            <a:normAutofit/>
          </a:bodyPr>
          <a:lstStyle/>
          <a:p>
            <a:pPr lvl="0"/>
            <a:r>
              <a:rPr lang="en-US" dirty="0"/>
              <a:t>Limitations:</a:t>
            </a:r>
          </a:p>
          <a:p>
            <a:pPr lvl="1"/>
            <a:r>
              <a:rPr lang="en-US" dirty="0"/>
              <a:t>Limited access to protocols and procedures:</a:t>
            </a:r>
          </a:p>
          <a:p>
            <a:pPr lvl="2"/>
            <a:r>
              <a:rPr lang="en-US" dirty="0"/>
              <a:t>Assumptions made about meaning of features</a:t>
            </a:r>
          </a:p>
          <a:p>
            <a:pPr lvl="2"/>
            <a:r>
              <a:rPr lang="en-US" dirty="0"/>
              <a:t>Used general accounting principles</a:t>
            </a:r>
          </a:p>
          <a:p>
            <a:pPr lvl="2"/>
            <a:r>
              <a:rPr lang="en-US" dirty="0"/>
              <a:t>Time wasted on EDA</a:t>
            </a:r>
          </a:p>
          <a:p>
            <a:pPr lvl="1"/>
            <a:r>
              <a:rPr lang="en-US" dirty="0"/>
              <a:t>Dataset size:</a:t>
            </a:r>
          </a:p>
          <a:p>
            <a:pPr lvl="2"/>
            <a:r>
              <a:rPr lang="en-US" dirty="0"/>
              <a:t>Fiscal Year 2023 ended in August</a:t>
            </a:r>
          </a:p>
          <a:p>
            <a:pPr lvl="2"/>
            <a:r>
              <a:rPr lang="en-US" dirty="0"/>
              <a:t>4 fiscal years (47 periods) led to limited insights (inadequate for post-pandemic analysis)</a:t>
            </a:r>
          </a:p>
          <a:p>
            <a:pPr lvl="2"/>
            <a:endParaRPr lang="en-US" dirty="0"/>
          </a:p>
          <a:p>
            <a:pPr lvl="0"/>
            <a:r>
              <a:rPr lang="en-US" dirty="0"/>
              <a:t>Future Work:</a:t>
            </a:r>
          </a:p>
          <a:p>
            <a:pPr lvl="1"/>
            <a:r>
              <a:rPr lang="en-US" dirty="0"/>
              <a:t>Explore gross profit margin (Appendix B)</a:t>
            </a:r>
          </a:p>
          <a:p>
            <a:pPr lvl="1"/>
            <a:r>
              <a:rPr lang="en-US" dirty="0"/>
              <a:t>Focus more on moving average to mitigate sparse data</a:t>
            </a:r>
          </a:p>
          <a:p>
            <a:pPr lvl="1"/>
            <a:r>
              <a:rPr lang="en-US" dirty="0"/>
              <a:t>Investigate desc1 “CB” individually</a:t>
            </a:r>
          </a:p>
          <a:p>
            <a:pPr lvl="1"/>
            <a:r>
              <a:rPr lang="en-US" dirty="0"/>
              <a:t>Compare models for accounts with desc1 models</a:t>
            </a:r>
          </a:p>
        </p:txBody>
      </p:sp>
      <p:sp>
        <p:nvSpPr>
          <p:cNvPr id="11" name="Text Placeholder 10">
            <a:extLst>
              <a:ext uri="{FF2B5EF4-FFF2-40B4-BE49-F238E27FC236}">
                <a16:creationId xmlns:a16="http://schemas.microsoft.com/office/drawing/2014/main" id="{BD398AE4-ED90-1AF2-D3B9-E47A680F5A44}"/>
              </a:ext>
            </a:extLst>
          </p:cNvPr>
          <p:cNvSpPr>
            <a:spLocks noGrp="1"/>
          </p:cNvSpPr>
          <p:nvPr>
            <p:ph type="body" sz="quarter" idx="13"/>
          </p:nvPr>
        </p:nvSpPr>
        <p:spPr>
          <a:xfrm>
            <a:off x="838200" y="779252"/>
            <a:ext cx="10515600" cy="467232"/>
          </a:xfrm>
        </p:spPr>
        <p:txBody>
          <a:bodyPr/>
          <a:lstStyle/>
          <a:p>
            <a:r>
              <a:rPr lang="en-US" dirty="0"/>
              <a:t> </a:t>
            </a:r>
          </a:p>
        </p:txBody>
      </p:sp>
    </p:spTree>
    <p:extLst>
      <p:ext uri="{BB962C8B-B14F-4D97-AF65-F5344CB8AC3E}">
        <p14:creationId xmlns:p14="http://schemas.microsoft.com/office/powerpoint/2010/main" val="37157585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658D93-1342-666E-F8D9-052EB63CE2F9}"/>
              </a:ext>
            </a:extLst>
          </p:cNvPr>
          <p:cNvSpPr>
            <a:spLocks noGrp="1"/>
          </p:cNvSpPr>
          <p:nvPr>
            <p:ph type="title"/>
          </p:nvPr>
        </p:nvSpPr>
        <p:spPr>
          <a:xfrm>
            <a:off x="4438650" y="2766218"/>
            <a:ext cx="3314700" cy="1325563"/>
          </a:xfrm>
        </p:spPr>
        <p:txBody>
          <a:bodyPr>
            <a:noAutofit/>
          </a:bodyPr>
          <a:lstStyle/>
          <a:p>
            <a:r>
              <a:rPr lang="en-US" sz="10000" b="1" dirty="0"/>
              <a:t>Q &amp; A</a:t>
            </a:r>
          </a:p>
        </p:txBody>
      </p:sp>
    </p:spTree>
    <p:extLst>
      <p:ext uri="{BB962C8B-B14F-4D97-AF65-F5344CB8AC3E}">
        <p14:creationId xmlns:p14="http://schemas.microsoft.com/office/powerpoint/2010/main" val="42937827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9C168432-C420-7D2B-C899-ECABB58DFB89}"/>
              </a:ext>
            </a:extLst>
          </p:cNvPr>
          <p:cNvSpPr>
            <a:spLocks noGrp="1"/>
          </p:cNvSpPr>
          <p:nvPr>
            <p:ph type="title"/>
          </p:nvPr>
        </p:nvSpPr>
        <p:spPr>
          <a:xfrm>
            <a:off x="838200" y="161080"/>
            <a:ext cx="10515600" cy="618172"/>
          </a:xfrm>
        </p:spPr>
        <p:txBody>
          <a:bodyPr/>
          <a:lstStyle/>
          <a:p>
            <a:r>
              <a:rPr lang="en-US" dirty="0"/>
              <a:t>Appendix A</a:t>
            </a:r>
          </a:p>
        </p:txBody>
      </p:sp>
      <p:sp>
        <p:nvSpPr>
          <p:cNvPr id="21" name="Text Placeholder 20">
            <a:extLst>
              <a:ext uri="{FF2B5EF4-FFF2-40B4-BE49-F238E27FC236}">
                <a16:creationId xmlns:a16="http://schemas.microsoft.com/office/drawing/2014/main" id="{3875CFF4-3E11-29D5-4E80-DD5A1C8221FE}"/>
              </a:ext>
            </a:extLst>
          </p:cNvPr>
          <p:cNvSpPr>
            <a:spLocks noGrp="1"/>
          </p:cNvSpPr>
          <p:nvPr>
            <p:ph type="body" sz="quarter" idx="17"/>
          </p:nvPr>
        </p:nvSpPr>
        <p:spPr>
          <a:xfrm>
            <a:off x="838200" y="779252"/>
            <a:ext cx="10515600" cy="467232"/>
          </a:xfrm>
        </p:spPr>
        <p:txBody>
          <a:bodyPr/>
          <a:lstStyle/>
          <a:p>
            <a:r>
              <a:rPr lang="en-US" dirty="0"/>
              <a:t>Plot Automation</a:t>
            </a:r>
          </a:p>
        </p:txBody>
      </p:sp>
      <p:sp>
        <p:nvSpPr>
          <p:cNvPr id="4" name="Content Placeholder 3">
            <a:extLst>
              <a:ext uri="{FF2B5EF4-FFF2-40B4-BE49-F238E27FC236}">
                <a16:creationId xmlns:a16="http://schemas.microsoft.com/office/drawing/2014/main" id="{A500689D-00A9-856D-D91F-FB7CDC07E09B}"/>
              </a:ext>
            </a:extLst>
          </p:cNvPr>
          <p:cNvSpPr>
            <a:spLocks noGrp="1"/>
          </p:cNvSpPr>
          <p:nvPr>
            <p:ph sz="quarter" idx="19"/>
          </p:nvPr>
        </p:nvSpPr>
        <p:spPr>
          <a:xfrm>
            <a:off x="838200" y="1433417"/>
            <a:ext cx="3200400" cy="5080096"/>
          </a:xfrm>
        </p:spPr>
        <p:txBody>
          <a:bodyPr/>
          <a:lstStyle/>
          <a:p>
            <a:pPr lvl="1"/>
            <a:r>
              <a:rPr lang="en-US" dirty="0"/>
              <a:t>Recreation of Excel plot based on imported data from General Ledger data</a:t>
            </a:r>
          </a:p>
          <a:p>
            <a:pPr lvl="1"/>
            <a:endParaRPr lang="en-US" dirty="0"/>
          </a:p>
          <a:p>
            <a:pPr lvl="1"/>
            <a:r>
              <a:rPr lang="en-US" dirty="0"/>
              <a:t>Python Matplotlib and Seaborn were used</a:t>
            </a:r>
          </a:p>
          <a:p>
            <a:pPr lvl="1"/>
            <a:endParaRPr lang="en-US" dirty="0"/>
          </a:p>
          <a:p>
            <a:pPr lvl="1"/>
            <a:r>
              <a:rPr lang="en-US" dirty="0"/>
              <a:t>Part of the effort to automate the generation of the Due Diligence Workbook, which currently is manually created through parsing General Ledger data</a:t>
            </a:r>
          </a:p>
        </p:txBody>
      </p:sp>
      <p:pic>
        <p:nvPicPr>
          <p:cNvPr id="37" name="Picture 4">
            <a:extLst>
              <a:ext uri="{FF2B5EF4-FFF2-40B4-BE49-F238E27FC236}">
                <a16:creationId xmlns:a16="http://schemas.microsoft.com/office/drawing/2014/main" id="{E0E3ABE5-FE0B-B302-A712-DB038C9F71C7}"/>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4495800" y="1505996"/>
            <a:ext cx="6622567" cy="2195512"/>
          </a:xfrm>
          <a:prstGeom prst="rect">
            <a:avLst/>
          </a:prstGeom>
        </p:spPr>
      </p:pic>
      <p:pic>
        <p:nvPicPr>
          <p:cNvPr id="38" name="Picture 37">
            <a:extLst>
              <a:ext uri="{FF2B5EF4-FFF2-40B4-BE49-F238E27FC236}">
                <a16:creationId xmlns:a16="http://schemas.microsoft.com/office/drawing/2014/main" id="{3B346A95-B215-8022-26B1-B2B0EFC2AEDA}"/>
              </a:ext>
            </a:extLst>
          </p:cNvPr>
          <p:cNvPicPr>
            <a:picLocks/>
          </p:cNvPicPr>
          <p:nvPr/>
        </p:nvPicPr>
        <p:blipFill>
          <a:blip r:embed="rId5"/>
          <a:srcRect/>
          <a:stretch/>
        </p:blipFill>
        <p:spPr>
          <a:xfrm>
            <a:off x="4781964" y="4075385"/>
            <a:ext cx="6050239" cy="2402404"/>
          </a:xfrm>
          <a:prstGeom prst="rect">
            <a:avLst/>
          </a:prstGeom>
        </p:spPr>
      </p:pic>
    </p:spTree>
    <p:extLst>
      <p:ext uri="{BB962C8B-B14F-4D97-AF65-F5344CB8AC3E}">
        <p14:creationId xmlns:p14="http://schemas.microsoft.com/office/powerpoint/2010/main" val="25038068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80E8501-B1C1-885D-1EB5-45DA97B67129}"/>
              </a:ext>
            </a:extLst>
          </p:cNvPr>
          <p:cNvSpPr>
            <a:spLocks noGrp="1"/>
          </p:cNvSpPr>
          <p:nvPr>
            <p:ph type="title"/>
          </p:nvPr>
        </p:nvSpPr>
        <p:spPr>
          <a:xfrm>
            <a:off x="838200" y="161080"/>
            <a:ext cx="10515600" cy="618172"/>
          </a:xfrm>
        </p:spPr>
        <p:txBody>
          <a:bodyPr/>
          <a:lstStyle/>
          <a:p>
            <a:r>
              <a:rPr lang="en-US" dirty="0"/>
              <a:t>Appendix B</a:t>
            </a:r>
          </a:p>
        </p:txBody>
      </p:sp>
      <p:sp>
        <p:nvSpPr>
          <p:cNvPr id="3" name="Content Placeholder 2">
            <a:extLst>
              <a:ext uri="{FF2B5EF4-FFF2-40B4-BE49-F238E27FC236}">
                <a16:creationId xmlns:a16="http://schemas.microsoft.com/office/drawing/2014/main" id="{25C8A46B-B6B1-33FD-BAF3-0F4C07A8607E}"/>
              </a:ext>
            </a:extLst>
          </p:cNvPr>
          <p:cNvSpPr>
            <a:spLocks noGrp="1"/>
          </p:cNvSpPr>
          <p:nvPr>
            <p:ph idx="1"/>
          </p:nvPr>
        </p:nvSpPr>
        <p:spPr>
          <a:xfrm>
            <a:off x="838199" y="1600201"/>
            <a:ext cx="10515601" cy="4800599"/>
          </a:xfrm>
        </p:spPr>
        <p:txBody>
          <a:bodyPr numCol="1">
            <a:noAutofit/>
          </a:bodyPr>
          <a:lstStyle/>
          <a:p>
            <a:pPr lvl="1"/>
            <a:r>
              <a:rPr lang="en-US" dirty="0"/>
              <a:t>Unable to accurately calculate gross profit margin from General Ledger data to match it with the Trial Balance data. Particularly the Cost of Sales component of gross profit margin had to be taken directly from Trial Balance data instead.</a:t>
            </a:r>
          </a:p>
          <a:p>
            <a:pPr lvl="1"/>
            <a:endParaRPr lang="en-US" dirty="0"/>
          </a:p>
          <a:p>
            <a:pPr lvl="1"/>
            <a:r>
              <a:rPr lang="en-US" dirty="0"/>
              <a:t>Cost of Sales wasn’t subdivided into accounts or descriptions, so it’s difficult to analyze on anything other than a Period basis.</a:t>
            </a:r>
          </a:p>
          <a:p>
            <a:pPr lvl="1"/>
            <a:endParaRPr lang="en-US" dirty="0"/>
          </a:p>
          <a:p>
            <a:pPr lvl="1"/>
            <a:r>
              <a:rPr lang="en-US" dirty="0"/>
              <a:t>Gross Profit Margin troughs didn’t coincide with Sales troughs, thus predicting troughs in Sales data using GPM was too difficult</a:t>
            </a:r>
          </a:p>
          <a:p>
            <a:pPr lvl="1"/>
            <a:endParaRPr lang="en-US" dirty="0"/>
          </a:p>
          <a:p>
            <a:pPr lvl="1"/>
            <a:r>
              <a:rPr lang="en-US" dirty="0"/>
              <a:t>Missing Data for FY20 for COS, so GPM could only be considered from FY21 to June FY23. </a:t>
            </a:r>
          </a:p>
        </p:txBody>
      </p:sp>
      <p:sp>
        <p:nvSpPr>
          <p:cNvPr id="2" name="Text Placeholder 1">
            <a:extLst>
              <a:ext uri="{FF2B5EF4-FFF2-40B4-BE49-F238E27FC236}">
                <a16:creationId xmlns:a16="http://schemas.microsoft.com/office/drawing/2014/main" id="{514477E2-B642-D765-627C-C113B24684C4}"/>
              </a:ext>
            </a:extLst>
          </p:cNvPr>
          <p:cNvSpPr>
            <a:spLocks noGrp="1"/>
          </p:cNvSpPr>
          <p:nvPr>
            <p:ph type="body" sz="quarter" idx="13"/>
          </p:nvPr>
        </p:nvSpPr>
        <p:spPr>
          <a:xfrm>
            <a:off x="838200" y="779252"/>
            <a:ext cx="10515600" cy="467232"/>
          </a:xfrm>
        </p:spPr>
        <p:txBody>
          <a:bodyPr/>
          <a:lstStyle/>
          <a:p>
            <a:r>
              <a:rPr lang="en-US" dirty="0"/>
              <a:t>Gross Profit Margin</a:t>
            </a:r>
          </a:p>
        </p:txBody>
      </p:sp>
    </p:spTree>
    <p:extLst>
      <p:ext uri="{BB962C8B-B14F-4D97-AF65-F5344CB8AC3E}">
        <p14:creationId xmlns:p14="http://schemas.microsoft.com/office/powerpoint/2010/main" val="295728353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69C79-4AEC-A605-9288-E1A8B3D8E3DE}"/>
              </a:ext>
            </a:extLst>
          </p:cNvPr>
          <p:cNvSpPr>
            <a:spLocks noGrp="1"/>
          </p:cNvSpPr>
          <p:nvPr>
            <p:ph type="title"/>
          </p:nvPr>
        </p:nvSpPr>
        <p:spPr>
          <a:xfrm>
            <a:off x="838200" y="161080"/>
            <a:ext cx="10515600" cy="618172"/>
          </a:xfrm>
        </p:spPr>
        <p:txBody>
          <a:bodyPr/>
          <a:lstStyle/>
          <a:p>
            <a:r>
              <a:rPr lang="en-US" dirty="0"/>
              <a:t>Appendix C</a:t>
            </a:r>
          </a:p>
        </p:txBody>
      </p:sp>
      <p:sp>
        <p:nvSpPr>
          <p:cNvPr id="3" name="Content Placeholder 2">
            <a:extLst>
              <a:ext uri="{FF2B5EF4-FFF2-40B4-BE49-F238E27FC236}">
                <a16:creationId xmlns:a16="http://schemas.microsoft.com/office/drawing/2014/main" id="{2B206023-C6B5-E239-F769-60DD7546C8DB}"/>
              </a:ext>
            </a:extLst>
          </p:cNvPr>
          <p:cNvSpPr>
            <a:spLocks noGrp="1"/>
          </p:cNvSpPr>
          <p:nvPr>
            <p:ph idx="1"/>
          </p:nvPr>
        </p:nvSpPr>
        <p:spPr>
          <a:xfrm>
            <a:off x="838199" y="1600201"/>
            <a:ext cx="10515601" cy="4800599"/>
          </a:xfrm>
        </p:spPr>
        <p:txBody>
          <a:bodyPr>
            <a:normAutofit lnSpcReduction="10000"/>
          </a:bodyPr>
          <a:lstStyle/>
          <a:p>
            <a:pPr lvl="0"/>
            <a:r>
              <a:rPr lang="en-US" dirty="0"/>
              <a:t>Input: </a:t>
            </a:r>
          </a:p>
          <a:p>
            <a:pPr lvl="1"/>
            <a:r>
              <a:rPr lang="en-US" dirty="0"/>
              <a:t>X: Time series based on the labels for different features (e.g., desc1 &amp; account)</a:t>
            </a:r>
          </a:p>
          <a:p>
            <a:pPr lvl="1"/>
            <a:r>
              <a:rPr lang="en-US" dirty="0"/>
              <a:t>Y: Total transaction time series</a:t>
            </a:r>
          </a:p>
          <a:p>
            <a:pPr lvl="1"/>
            <a:endParaRPr lang="en-US" dirty="0"/>
          </a:p>
          <a:p>
            <a:pPr lvl="0"/>
            <a:r>
              <a:rPr lang="en-US" dirty="0"/>
              <a:t>Output:</a:t>
            </a:r>
          </a:p>
          <a:p>
            <a:pPr lvl="1"/>
            <a:r>
              <a:rPr lang="en-US" dirty="0"/>
              <a:t>Significance of all X time series (including lags) causing Y</a:t>
            </a:r>
          </a:p>
          <a:p>
            <a:pPr lvl="1"/>
            <a:r>
              <a:rPr lang="en-US" dirty="0"/>
              <a:t>E.g., total for Oct FY22 affected by desc1 ”EM” total for Jul FY21</a:t>
            </a:r>
          </a:p>
          <a:p>
            <a:pPr lvl="1"/>
            <a:endParaRPr lang="en-US" dirty="0"/>
          </a:p>
          <a:p>
            <a:pPr lvl="0"/>
            <a:r>
              <a:rPr lang="en-US" dirty="0"/>
              <a:t>Time Intervals (based on </a:t>
            </a:r>
            <a:r>
              <a:rPr lang="en-US" dirty="0" err="1"/>
              <a:t>Adfuller</a:t>
            </a:r>
            <a:r>
              <a:rPr lang="en-US" dirty="0"/>
              <a:t> test):</a:t>
            </a:r>
          </a:p>
          <a:p>
            <a:pPr lvl="1"/>
            <a:r>
              <a:rPr lang="en-US" dirty="0"/>
              <a:t>Granger Causality requires stationary time series</a:t>
            </a:r>
          </a:p>
          <a:p>
            <a:pPr lvl="1"/>
            <a:r>
              <a:rPr lang="en-US" dirty="0"/>
              <a:t>Period is preferable but not stationary </a:t>
            </a:r>
          </a:p>
          <a:p>
            <a:pPr lvl="1"/>
            <a:r>
              <a:rPr lang="en-US" dirty="0"/>
              <a:t>Week is stationary</a:t>
            </a:r>
          </a:p>
          <a:p>
            <a:pPr lvl="1"/>
            <a:endParaRPr lang="en-US" dirty="0"/>
          </a:p>
          <a:p>
            <a:pPr lvl="0"/>
            <a:r>
              <a:rPr lang="en-US" dirty="0"/>
              <a:t>Process:</a:t>
            </a:r>
          </a:p>
          <a:p>
            <a:pPr lvl="1"/>
            <a:r>
              <a:rPr lang="en-US" dirty="0"/>
              <a:t>Two-step process where testing was done with week and translated to period scale</a:t>
            </a:r>
          </a:p>
          <a:p>
            <a:pPr lvl="1"/>
            <a:r>
              <a:rPr lang="en-US" dirty="0"/>
              <a:t>Focused on troughs to determine causality</a:t>
            </a:r>
          </a:p>
          <a:p>
            <a:pPr lvl="1"/>
            <a:r>
              <a:rPr lang="en-US" dirty="0"/>
              <a:t>Looked for correlation between the lagged feature category and the response variable using an OLS model</a:t>
            </a:r>
          </a:p>
        </p:txBody>
      </p:sp>
      <p:sp>
        <p:nvSpPr>
          <p:cNvPr id="5" name="Text Placeholder 4">
            <a:extLst>
              <a:ext uri="{FF2B5EF4-FFF2-40B4-BE49-F238E27FC236}">
                <a16:creationId xmlns:a16="http://schemas.microsoft.com/office/drawing/2014/main" id="{49479B19-E3FF-84F0-BA14-D9A7EB22AAB7}"/>
              </a:ext>
            </a:extLst>
          </p:cNvPr>
          <p:cNvSpPr>
            <a:spLocks noGrp="1"/>
          </p:cNvSpPr>
          <p:nvPr>
            <p:ph type="body" sz="quarter" idx="13"/>
          </p:nvPr>
        </p:nvSpPr>
        <p:spPr>
          <a:xfrm>
            <a:off x="838200" y="779252"/>
            <a:ext cx="10515600" cy="467232"/>
          </a:xfrm>
        </p:spPr>
        <p:txBody>
          <a:bodyPr/>
          <a:lstStyle/>
          <a:p>
            <a:r>
              <a:rPr lang="en-US" dirty="0"/>
              <a:t>Granger Causality</a:t>
            </a:r>
          </a:p>
        </p:txBody>
      </p:sp>
    </p:spTree>
    <p:extLst>
      <p:ext uri="{BB962C8B-B14F-4D97-AF65-F5344CB8AC3E}">
        <p14:creationId xmlns:p14="http://schemas.microsoft.com/office/powerpoint/2010/main" val="3437469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AE1DCDD-A1DF-02AD-0D88-C081DB663549}"/>
              </a:ext>
            </a:extLst>
          </p:cNvPr>
          <p:cNvSpPr>
            <a:spLocks noGrp="1"/>
          </p:cNvSpPr>
          <p:nvPr>
            <p:ph type="title"/>
          </p:nvPr>
        </p:nvSpPr>
        <p:spPr>
          <a:xfrm>
            <a:off x="838200" y="161080"/>
            <a:ext cx="10515600" cy="618172"/>
          </a:xfrm>
        </p:spPr>
        <p:txBody>
          <a:bodyPr>
            <a:noAutofit/>
          </a:bodyPr>
          <a:lstStyle/>
          <a:p>
            <a:r>
              <a:rPr lang="en-US" dirty="0"/>
              <a:t>Appendix C</a:t>
            </a:r>
          </a:p>
        </p:txBody>
      </p:sp>
      <p:sp>
        <p:nvSpPr>
          <p:cNvPr id="3" name="Content Placeholder 2">
            <a:extLst>
              <a:ext uri="{FF2B5EF4-FFF2-40B4-BE49-F238E27FC236}">
                <a16:creationId xmlns:a16="http://schemas.microsoft.com/office/drawing/2014/main" id="{D8BB49E9-696B-0BC7-A5F9-52FA3F53B9FB}"/>
              </a:ext>
            </a:extLst>
          </p:cNvPr>
          <p:cNvSpPr>
            <a:spLocks noGrp="1"/>
          </p:cNvSpPr>
          <p:nvPr>
            <p:ph idx="1"/>
          </p:nvPr>
        </p:nvSpPr>
        <p:spPr>
          <a:xfrm>
            <a:off x="6096000" y="4343401"/>
            <a:ext cx="5257800" cy="2149476"/>
          </a:xfrm>
        </p:spPr>
        <p:txBody>
          <a:bodyPr>
            <a:normAutofit/>
          </a:bodyPr>
          <a:lstStyle/>
          <a:p>
            <a:r>
              <a:rPr lang="en-US" sz="1400" dirty="0"/>
              <a:t>Analysis of period 40 (Feb FY23)</a:t>
            </a:r>
          </a:p>
          <a:p>
            <a:r>
              <a:rPr lang="en-US" sz="1400" dirty="0"/>
              <a:t>Test Features: Desc1</a:t>
            </a:r>
          </a:p>
          <a:p>
            <a:r>
              <a:rPr lang="en-US" sz="1400" dirty="0"/>
              <a:t>Time Col: Week</a:t>
            </a:r>
          </a:p>
          <a:p>
            <a:r>
              <a:rPr lang="en-US" sz="1400" dirty="0"/>
              <a:t>Causal relationship in weeks 171 to 173 which exists in period 39</a:t>
            </a:r>
          </a:p>
          <a:p>
            <a:r>
              <a:rPr lang="en-US" sz="1400" dirty="0"/>
              <a:t>Highest transaction value: CB</a:t>
            </a:r>
          </a:p>
        </p:txBody>
      </p:sp>
      <p:sp>
        <p:nvSpPr>
          <p:cNvPr id="15" name="Text Placeholder 14">
            <a:extLst>
              <a:ext uri="{FF2B5EF4-FFF2-40B4-BE49-F238E27FC236}">
                <a16:creationId xmlns:a16="http://schemas.microsoft.com/office/drawing/2014/main" id="{3AEF501F-E57A-7E5F-85BA-41D4368EB6A9}"/>
              </a:ext>
            </a:extLst>
          </p:cNvPr>
          <p:cNvSpPr>
            <a:spLocks noGrp="1"/>
          </p:cNvSpPr>
          <p:nvPr>
            <p:ph type="body" sz="quarter" idx="13"/>
          </p:nvPr>
        </p:nvSpPr>
        <p:spPr/>
        <p:txBody>
          <a:bodyPr/>
          <a:lstStyle/>
          <a:p>
            <a:r>
              <a:rPr lang="en-US" dirty="0"/>
              <a:t>Granger Causality</a:t>
            </a:r>
          </a:p>
        </p:txBody>
      </p:sp>
      <p:graphicFrame>
        <p:nvGraphicFramePr>
          <p:cNvPr id="9" name="Content Placeholder 8">
            <a:extLst>
              <a:ext uri="{FF2B5EF4-FFF2-40B4-BE49-F238E27FC236}">
                <a16:creationId xmlns:a16="http://schemas.microsoft.com/office/drawing/2014/main" id="{AA618D04-3B4B-C675-59FD-82077F3B67B4}"/>
              </a:ext>
            </a:extLst>
          </p:cNvPr>
          <p:cNvGraphicFramePr>
            <a:graphicFrameLocks noGrp="1"/>
          </p:cNvGraphicFramePr>
          <p:nvPr>
            <p:ph sz="quarter" idx="16"/>
          </p:nvPr>
        </p:nvGraphicFramePr>
        <p:xfrm>
          <a:off x="1684972" y="2088474"/>
          <a:ext cx="8822055" cy="1463040"/>
        </p:xfrm>
        <a:graphic>
          <a:graphicData uri="http://schemas.openxmlformats.org/drawingml/2006/table">
            <a:tbl>
              <a:tblPr firstRow="1" bandRow="1">
                <a:tableStyleId>{5C22544A-7EE6-4342-B048-85BDC9FD1C3A}</a:tableStyleId>
              </a:tblPr>
              <a:tblGrid>
                <a:gridCol w="592455">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gridCol w="1371600">
                  <a:extLst>
                    <a:ext uri="{9D8B030D-6E8A-4147-A177-3AD203B41FA5}">
                      <a16:colId xmlns:a16="http://schemas.microsoft.com/office/drawing/2014/main" val="20006"/>
                    </a:ext>
                  </a:extLst>
                </a:gridCol>
              </a:tblGrid>
              <a:tr h="0">
                <a:tc gridSpan="7">
                  <a:txBody>
                    <a:bodyPr/>
                    <a:lstStyle/>
                    <a:p>
                      <a:pPr algn="ctr"/>
                      <a:r>
                        <a:rPr dirty="0">
                          <a:solidFill>
                            <a:srgbClr val="000000"/>
                          </a:solidFill>
                        </a:rPr>
                        <a:t>Desc1 Lag Metrics for Feb FY23</a:t>
                      </a:r>
                    </a:p>
                  </a:txBody>
                  <a:tcPr>
                    <a:lnL w="12700" cmpd="sng">
                      <a:solidFill>
                        <a:srgbClr val="FFFFFF"/>
                      </a:solidFill>
                    </a:lnL>
                    <a:lnR w="38100" cmpd="sng">
                      <a:solidFill>
                        <a:srgbClr val="FFFFFF"/>
                      </a:solidFill>
                    </a:lnR>
                    <a:lnT w="12700" cmpd="sng">
                      <a:solidFill>
                        <a:srgbClr val="FFFFFF"/>
                      </a:solidFill>
                    </a:lnT>
                    <a:lnB w="12700" cmpd="sng">
                      <a:solidFill>
                        <a:srgbClr val="000000"/>
                      </a:solidFill>
                    </a:lnB>
                    <a:solidFill>
                      <a:srgbClr val="70AD47">
                        <a:alpha val="0"/>
                      </a:srgbClr>
                    </a:solid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0"/>
                  </a:ext>
                </a:extLst>
              </a:tr>
              <a:tr h="0">
                <a:tc>
                  <a:txBody>
                    <a:bodyPr/>
                    <a:lstStyle/>
                    <a:p>
                      <a:pPr algn="ctr"/>
                      <a:r>
                        <a:rPr sz="1200" b="1">
                          <a:solidFill>
                            <a:srgbClr val="000000"/>
                          </a:solidFill>
                        </a:rPr>
                        <a:t>Desc1</a:t>
                      </a:r>
                    </a:p>
                  </a:txBody>
                  <a:tcPr>
                    <a:lnL w="12700" cmpd="sng">
                      <a:solidFill>
                        <a:srgbClr val="000000"/>
                      </a:solidFill>
                    </a:lnL>
                    <a:lnR w="38100" cmpd="sng">
                      <a:solidFill>
                        <a:srgbClr val="000000"/>
                      </a:solidFill>
                    </a:lnR>
                    <a:lnT w="12700" cmpd="sng">
                      <a:solidFill>
                        <a:srgbClr val="000000"/>
                      </a:solidFill>
                    </a:lnT>
                    <a:lnB w="38100" cmpd="sng">
                      <a:solidFill>
                        <a:srgbClr val="000000"/>
                      </a:solidFill>
                    </a:lnB>
                    <a:solidFill>
                      <a:srgbClr val="70AD47"/>
                    </a:solidFill>
                  </a:tcPr>
                </a:tc>
                <a:tc>
                  <a:txBody>
                    <a:bodyPr/>
                    <a:lstStyle/>
                    <a:p>
                      <a:pPr algn="ctr"/>
                      <a:r>
                        <a:rPr sz="1200" b="1">
                          <a:solidFill>
                            <a:srgbClr val="000000"/>
                          </a:solidFill>
                        </a:rPr>
                        <a:t>Metric</a:t>
                      </a:r>
                    </a:p>
                  </a:txBody>
                  <a:tcPr>
                    <a:lnL w="38100" cmpd="sng">
                      <a:solidFill>
                        <a:srgbClr val="000000"/>
                      </a:solidFill>
                    </a:lnL>
                    <a:lnR w="12700" cmpd="sng">
                      <a:solidFill>
                        <a:srgbClr val="000000"/>
                      </a:solidFill>
                    </a:lnR>
                    <a:lnT w="12700" cmpd="sng">
                      <a:solidFill>
                        <a:srgbClr val="000000"/>
                      </a:solidFill>
                    </a:lnT>
                    <a:lnB w="38100" cmpd="sng">
                      <a:solidFill>
                        <a:srgbClr val="000000"/>
                      </a:solidFill>
                    </a:lnB>
                    <a:solidFill>
                      <a:srgbClr val="70AD47"/>
                    </a:solidFill>
                  </a:tcPr>
                </a:tc>
                <a:tc>
                  <a:txBody>
                    <a:bodyPr/>
                    <a:lstStyle/>
                    <a:p>
                      <a:pPr algn="ctr"/>
                      <a:r>
                        <a:rPr sz="1200" b="1">
                          <a:solidFill>
                            <a:srgbClr val="000000"/>
                          </a:solidFill>
                        </a:rPr>
                        <a:t>Value</a:t>
                      </a:r>
                    </a:p>
                  </a:txBody>
                  <a:tcPr>
                    <a:lnL w="12700" cmpd="sng">
                      <a:solidFill>
                        <a:srgbClr val="000000"/>
                      </a:solidFill>
                    </a:lnL>
                    <a:lnR w="12700" cmpd="sng">
                      <a:solidFill>
                        <a:srgbClr val="000000"/>
                      </a:solidFill>
                    </a:lnR>
                    <a:lnT w="12700" cmpd="sng">
                      <a:solidFill>
                        <a:srgbClr val="000000"/>
                      </a:solidFill>
                    </a:lnT>
                    <a:lnB w="38100" cmpd="sng">
                      <a:solidFill>
                        <a:srgbClr val="000000"/>
                      </a:solidFill>
                    </a:lnB>
                    <a:solidFill>
                      <a:srgbClr val="70AD47"/>
                    </a:solidFill>
                  </a:tcPr>
                </a:tc>
                <a:tc>
                  <a:txBody>
                    <a:bodyPr/>
                    <a:lstStyle/>
                    <a:p>
                      <a:pPr algn="ctr"/>
                      <a:r>
                        <a:rPr sz="1200" b="1" dirty="0">
                          <a:solidFill>
                            <a:srgbClr val="000000"/>
                          </a:solidFill>
                        </a:rPr>
                        <a:t>Week FY</a:t>
                      </a:r>
                    </a:p>
                  </a:txBody>
                  <a:tcPr>
                    <a:lnL w="12700" cmpd="sng">
                      <a:solidFill>
                        <a:srgbClr val="000000"/>
                      </a:solidFill>
                    </a:lnL>
                    <a:lnR w="12700" cmpd="sng">
                      <a:solidFill>
                        <a:srgbClr val="000000"/>
                      </a:solidFill>
                    </a:lnR>
                    <a:lnT w="12700" cmpd="sng">
                      <a:solidFill>
                        <a:srgbClr val="000000"/>
                      </a:solidFill>
                    </a:lnT>
                    <a:lnB w="38100" cmpd="sng">
                      <a:solidFill>
                        <a:srgbClr val="000000"/>
                      </a:solidFill>
                    </a:lnB>
                    <a:solidFill>
                      <a:srgbClr val="70AD47"/>
                    </a:solidFill>
                  </a:tcPr>
                </a:tc>
                <a:tc>
                  <a:txBody>
                    <a:bodyPr/>
                    <a:lstStyle/>
                    <a:p>
                      <a:pPr algn="ctr"/>
                      <a:r>
                        <a:rPr sz="1200" b="1" dirty="0">
                          <a:solidFill>
                            <a:srgbClr val="000000"/>
                          </a:solidFill>
                        </a:rPr>
                        <a:t>Lag</a:t>
                      </a:r>
                    </a:p>
                  </a:txBody>
                  <a:tcPr>
                    <a:lnL w="12700" cmpd="sng">
                      <a:solidFill>
                        <a:srgbClr val="000000"/>
                      </a:solidFill>
                    </a:lnL>
                    <a:lnR w="12700" cmpd="sng">
                      <a:solidFill>
                        <a:srgbClr val="000000"/>
                      </a:solidFill>
                    </a:lnR>
                    <a:lnT w="12700" cmpd="sng">
                      <a:solidFill>
                        <a:srgbClr val="000000"/>
                      </a:solidFill>
                    </a:lnT>
                    <a:lnB w="38100" cmpd="sng">
                      <a:solidFill>
                        <a:srgbClr val="000000"/>
                      </a:solidFill>
                    </a:lnB>
                    <a:solidFill>
                      <a:srgbClr val="70AD47"/>
                    </a:solidFill>
                  </a:tcPr>
                </a:tc>
                <a:tc>
                  <a:txBody>
                    <a:bodyPr/>
                    <a:lstStyle/>
                    <a:p>
                      <a:pPr algn="ctr"/>
                      <a:r>
                        <a:rPr sz="1200" b="1">
                          <a:solidFill>
                            <a:srgbClr val="000000"/>
                          </a:solidFill>
                        </a:rPr>
                        <a:t>Period</a:t>
                      </a:r>
                    </a:p>
                  </a:txBody>
                  <a:tcPr>
                    <a:lnL w="12700" cmpd="sng">
                      <a:solidFill>
                        <a:srgbClr val="000000"/>
                      </a:solidFill>
                    </a:lnL>
                    <a:lnR w="12700" cmpd="sng">
                      <a:solidFill>
                        <a:srgbClr val="000000"/>
                      </a:solidFill>
                    </a:lnR>
                    <a:lnT w="12700" cmpd="sng">
                      <a:solidFill>
                        <a:srgbClr val="000000"/>
                      </a:solidFill>
                    </a:lnT>
                    <a:lnB w="38100" cmpd="sng">
                      <a:solidFill>
                        <a:srgbClr val="000000"/>
                      </a:solidFill>
                    </a:lnB>
                    <a:solidFill>
                      <a:srgbClr val="70AD47"/>
                    </a:solidFill>
                  </a:tcPr>
                </a:tc>
                <a:tc>
                  <a:txBody>
                    <a:bodyPr/>
                    <a:lstStyle/>
                    <a:p>
                      <a:pPr algn="ctr"/>
                      <a:r>
                        <a:rPr sz="1200" b="1">
                          <a:solidFill>
                            <a:srgbClr val="000000"/>
                          </a:solidFill>
                        </a:rPr>
                        <a:t>FY</a:t>
                      </a:r>
                    </a:p>
                  </a:txBody>
                  <a:tcPr>
                    <a:lnL w="12700" cmpd="sng">
                      <a:solidFill>
                        <a:srgbClr val="000000"/>
                      </a:solidFill>
                    </a:lnL>
                    <a:lnR w="12700" cmpd="sng">
                      <a:solidFill>
                        <a:srgbClr val="000000"/>
                      </a:solidFill>
                    </a:lnR>
                    <a:lnT w="12700" cmpd="sng">
                      <a:solidFill>
                        <a:srgbClr val="000000"/>
                      </a:solidFill>
                    </a:lnT>
                    <a:lnB w="38100" cmpd="sng">
                      <a:solidFill>
                        <a:srgbClr val="000000"/>
                      </a:solidFill>
                    </a:lnB>
                    <a:solidFill>
                      <a:srgbClr val="70AD47"/>
                    </a:solidFill>
                  </a:tcPr>
                </a:tc>
                <a:extLst>
                  <a:ext uri="{0D108BD9-81ED-4DB2-BD59-A6C34878D82A}">
                    <a16:rowId xmlns:a16="http://schemas.microsoft.com/office/drawing/2014/main" val="10001"/>
                  </a:ext>
                </a:extLst>
              </a:tr>
              <a:tr h="228600">
                <a:tc>
                  <a:txBody>
                    <a:bodyPr/>
                    <a:lstStyle/>
                    <a:p>
                      <a:pPr algn="ctr"/>
                      <a:r>
                        <a:rPr sz="1200">
                          <a:solidFill>
                            <a:srgbClr val="000000"/>
                          </a:solidFill>
                        </a:rPr>
                        <a:t>CB</a:t>
                      </a:r>
                    </a:p>
                  </a:txBody>
                  <a:tcPr>
                    <a:lnL w="12700" cmpd="sng">
                      <a:solidFill>
                        <a:srgbClr val="000000"/>
                      </a:solidFill>
                    </a:lnL>
                    <a:lnR w="38100" cmpd="sng">
                      <a:solidFill>
                        <a:srgbClr val="000000"/>
                      </a:solidFill>
                    </a:lnR>
                    <a:lnT w="38100" cmpd="sng">
                      <a:solidFill>
                        <a:srgbClr val="000000"/>
                      </a:solidFill>
                    </a:lnT>
                    <a:lnB w="12700" cmpd="sng">
                      <a:solidFill>
                        <a:srgbClr val="000000"/>
                      </a:solidFill>
                    </a:lnB>
                    <a:solidFill>
                      <a:srgbClr val="70AD47"/>
                    </a:solidFill>
                  </a:tcPr>
                </a:tc>
                <a:tc>
                  <a:txBody>
                    <a:bodyPr/>
                    <a:lstStyle/>
                    <a:p>
                      <a:pPr algn="ctr"/>
                      <a:r>
                        <a:rPr sz="1200">
                          <a:solidFill>
                            <a:srgbClr val="000000"/>
                          </a:solidFill>
                        </a:rPr>
                        <a:t>sum</a:t>
                      </a:r>
                    </a:p>
                  </a:txBody>
                  <a:tcPr>
                    <a:lnL w="38100" cmpd="sng">
                      <a:solidFill>
                        <a:srgbClr val="000000"/>
                      </a:solidFill>
                    </a:lnL>
                    <a:lnR w="12700" cmpd="sng">
                      <a:solidFill>
                        <a:srgbClr val="000000"/>
                      </a:solidFill>
                    </a:lnR>
                    <a:lnT w="381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$187,871</a:t>
                      </a:r>
                    </a:p>
                  </a:txBody>
                  <a:tcPr>
                    <a:lnL w="12700" cmpd="sng">
                      <a:solidFill>
                        <a:srgbClr val="000000"/>
                      </a:solidFill>
                    </a:lnL>
                    <a:lnR w="12700" cmpd="sng">
                      <a:solidFill>
                        <a:srgbClr val="000000"/>
                      </a:solidFill>
                    </a:lnR>
                    <a:lnT w="38100" cmpd="sng">
                      <a:solidFill>
                        <a:srgbClr val="000000"/>
                      </a:solidFill>
                    </a:lnT>
                    <a:lnB w="12700" cmpd="sng">
                      <a:solidFill>
                        <a:srgbClr val="000000"/>
                      </a:solidFill>
                    </a:lnB>
                    <a:solidFill>
                      <a:srgbClr val="EBF1E9"/>
                    </a:solidFill>
                  </a:tcPr>
                </a:tc>
                <a:tc>
                  <a:txBody>
                    <a:bodyPr/>
                    <a:lstStyle/>
                    <a:p>
                      <a:pPr algn="ctr"/>
                      <a:r>
                        <a:rPr sz="1200" dirty="0">
                          <a:solidFill>
                            <a:srgbClr val="000000"/>
                          </a:solidFill>
                        </a:rPr>
                        <a:t>172</a:t>
                      </a:r>
                    </a:p>
                  </a:txBody>
                  <a:tcPr>
                    <a:lnL w="12700" cmpd="sng">
                      <a:solidFill>
                        <a:srgbClr val="000000"/>
                      </a:solidFill>
                    </a:lnL>
                    <a:lnR w="12700" cmpd="sng">
                      <a:solidFill>
                        <a:srgbClr val="000000"/>
                      </a:solidFill>
                    </a:lnR>
                    <a:lnT w="381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[3, 5]</a:t>
                      </a:r>
                    </a:p>
                  </a:txBody>
                  <a:tcPr>
                    <a:lnL w="12700" cmpd="sng">
                      <a:solidFill>
                        <a:srgbClr val="000000"/>
                      </a:solidFill>
                    </a:lnL>
                    <a:lnR w="12700" cmpd="sng">
                      <a:solidFill>
                        <a:srgbClr val="000000"/>
                      </a:solidFill>
                    </a:lnR>
                    <a:lnT w="381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4</a:t>
                      </a:r>
                    </a:p>
                  </a:txBody>
                  <a:tcPr>
                    <a:lnL w="12700" cmpd="sng">
                      <a:solidFill>
                        <a:srgbClr val="000000"/>
                      </a:solidFill>
                    </a:lnL>
                    <a:lnR w="12700" cmpd="sng">
                      <a:solidFill>
                        <a:srgbClr val="000000"/>
                      </a:solidFill>
                    </a:lnR>
                    <a:lnT w="381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2023</a:t>
                      </a:r>
                    </a:p>
                  </a:txBody>
                  <a:tcPr>
                    <a:lnL w="12700" cmpd="sng">
                      <a:solidFill>
                        <a:srgbClr val="000000"/>
                      </a:solidFill>
                    </a:lnL>
                    <a:lnR w="12700" cmpd="sng">
                      <a:solidFill>
                        <a:srgbClr val="000000"/>
                      </a:solidFill>
                    </a:lnR>
                    <a:lnT w="38100" cmpd="sng">
                      <a:solidFill>
                        <a:srgbClr val="000000"/>
                      </a:solidFill>
                    </a:lnT>
                    <a:lnB w="12700" cmpd="sng">
                      <a:solidFill>
                        <a:srgbClr val="000000"/>
                      </a:solidFill>
                    </a:lnB>
                    <a:solidFill>
                      <a:srgbClr val="EBF1E9"/>
                    </a:solidFill>
                  </a:tcPr>
                </a:tc>
                <a:extLst>
                  <a:ext uri="{0D108BD9-81ED-4DB2-BD59-A6C34878D82A}">
                    <a16:rowId xmlns:a16="http://schemas.microsoft.com/office/drawing/2014/main" val="10002"/>
                  </a:ext>
                </a:extLst>
              </a:tr>
              <a:tr h="228600">
                <a:tc>
                  <a:txBody>
                    <a:bodyPr/>
                    <a:lstStyle/>
                    <a:p>
                      <a:pPr algn="ctr"/>
                      <a:r>
                        <a:rPr sz="1200">
                          <a:solidFill>
                            <a:srgbClr val="000000"/>
                          </a:solidFill>
                        </a:rPr>
                        <a:t>FJ</a:t>
                      </a:r>
                    </a:p>
                  </a:txBody>
                  <a:tcPr>
                    <a:lnL w="12700" cmpd="sng">
                      <a:solidFill>
                        <a:srgbClr val="000000"/>
                      </a:solidFill>
                    </a:lnL>
                    <a:lnR w="38100" cmpd="sng">
                      <a:solidFill>
                        <a:srgbClr val="000000"/>
                      </a:solidFill>
                    </a:lnR>
                    <a:lnT w="12700" cmpd="sng">
                      <a:solidFill>
                        <a:srgbClr val="000000"/>
                      </a:solidFill>
                    </a:lnT>
                    <a:lnB w="12700" cmpd="sng">
                      <a:solidFill>
                        <a:srgbClr val="000000"/>
                      </a:solidFill>
                    </a:lnB>
                    <a:solidFill>
                      <a:srgbClr val="70AD47"/>
                    </a:solidFill>
                  </a:tcPr>
                </a:tc>
                <a:tc>
                  <a:txBody>
                    <a:bodyPr/>
                    <a:lstStyle/>
                    <a:p>
                      <a:pPr algn="ctr"/>
                      <a:r>
                        <a:rPr sz="1200">
                          <a:solidFill>
                            <a:srgbClr val="000000"/>
                          </a:solidFill>
                        </a:rPr>
                        <a:t>freq</a:t>
                      </a:r>
                    </a:p>
                  </a:txBody>
                  <a:tcPr>
                    <a:lnL w="381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0.08</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173</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[3, 5]</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4</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2023</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extLst>
                  <a:ext uri="{0D108BD9-81ED-4DB2-BD59-A6C34878D82A}">
                    <a16:rowId xmlns:a16="http://schemas.microsoft.com/office/drawing/2014/main" val="10003"/>
                  </a:ext>
                </a:extLst>
              </a:tr>
              <a:tr h="228600">
                <a:tc>
                  <a:txBody>
                    <a:bodyPr/>
                    <a:lstStyle/>
                    <a:p>
                      <a:pPr algn="ctr"/>
                      <a:r>
                        <a:rPr sz="1200">
                          <a:solidFill>
                            <a:srgbClr val="000000"/>
                          </a:solidFill>
                        </a:rPr>
                        <a:t>EI</a:t>
                      </a:r>
                    </a:p>
                  </a:txBody>
                  <a:tcPr>
                    <a:lnL w="12700" cmpd="sng">
                      <a:solidFill>
                        <a:srgbClr val="000000"/>
                      </a:solidFill>
                    </a:lnL>
                    <a:lnR w="38100" cmpd="sng">
                      <a:solidFill>
                        <a:srgbClr val="000000"/>
                      </a:solidFill>
                    </a:lnR>
                    <a:lnT w="12700" cmpd="sng">
                      <a:solidFill>
                        <a:srgbClr val="000000"/>
                      </a:solidFill>
                    </a:lnT>
                    <a:lnB w="12700" cmpd="sng">
                      <a:solidFill>
                        <a:srgbClr val="000000"/>
                      </a:solidFill>
                    </a:lnB>
                    <a:solidFill>
                      <a:srgbClr val="70AD47"/>
                    </a:solidFill>
                  </a:tcPr>
                </a:tc>
                <a:tc>
                  <a:txBody>
                    <a:bodyPr/>
                    <a:lstStyle/>
                    <a:p>
                      <a:pPr algn="ctr"/>
                      <a:r>
                        <a:rPr sz="1200" dirty="0">
                          <a:solidFill>
                            <a:srgbClr val="000000"/>
                          </a:solidFill>
                        </a:rPr>
                        <a:t>mean</a:t>
                      </a:r>
                    </a:p>
                  </a:txBody>
                  <a:tcPr>
                    <a:lnL w="381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$27,047</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171</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[5]</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4</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dirty="0">
                          <a:solidFill>
                            <a:srgbClr val="000000"/>
                          </a:solidFill>
                        </a:rPr>
                        <a:t>2023</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extLst>
                  <a:ext uri="{0D108BD9-81ED-4DB2-BD59-A6C34878D82A}">
                    <a16:rowId xmlns:a16="http://schemas.microsoft.com/office/drawing/2014/main" val="10004"/>
                  </a:ext>
                </a:extLst>
              </a:tr>
            </a:tbl>
          </a:graphicData>
        </a:graphic>
      </p:graphicFrame>
      <p:pic>
        <p:nvPicPr>
          <p:cNvPr id="10" name="Content Placeholder 9">
            <a:extLst>
              <a:ext uri="{FF2B5EF4-FFF2-40B4-BE49-F238E27FC236}">
                <a16:creationId xmlns:a16="http://schemas.microsoft.com/office/drawing/2014/main" id="{21978656-1A91-6F63-EA57-84C922624D2E}"/>
              </a:ext>
            </a:extLst>
          </p:cNvPr>
          <p:cNvPicPr>
            <a:picLocks noGrp="1" noChangeAspect="1"/>
          </p:cNvPicPr>
          <p:nvPr>
            <p:ph idx="17"/>
          </p:nvPr>
        </p:nvPicPr>
        <p:blipFill>
          <a:blip r:embed="rId3"/>
          <a:stretch>
            <a:fillRect/>
          </a:stretch>
        </p:blipFill>
        <p:spPr>
          <a:xfrm>
            <a:off x="2041484" y="4343400"/>
            <a:ext cx="2851231" cy="2149475"/>
          </a:xfrm>
        </p:spPr>
      </p:pic>
    </p:spTree>
    <p:extLst>
      <p:ext uri="{BB962C8B-B14F-4D97-AF65-F5344CB8AC3E}">
        <p14:creationId xmlns:p14="http://schemas.microsoft.com/office/powerpoint/2010/main" val="325591986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435D5B48-8E2C-E68B-1E04-742DE61F23CA}"/>
              </a:ext>
            </a:extLst>
          </p:cNvPr>
          <p:cNvSpPr>
            <a:spLocks noGrp="1"/>
          </p:cNvSpPr>
          <p:nvPr>
            <p:ph type="title"/>
          </p:nvPr>
        </p:nvSpPr>
        <p:spPr>
          <a:xfrm>
            <a:off x="838200" y="161080"/>
            <a:ext cx="10515600" cy="618172"/>
          </a:xfrm>
        </p:spPr>
        <p:txBody>
          <a:bodyPr/>
          <a:lstStyle/>
          <a:p>
            <a:r>
              <a:rPr lang="en-US" dirty="0"/>
              <a:t>Appendix C</a:t>
            </a:r>
          </a:p>
        </p:txBody>
      </p:sp>
      <p:sp>
        <p:nvSpPr>
          <p:cNvPr id="10" name="Content Placeholder 9">
            <a:extLst>
              <a:ext uri="{FF2B5EF4-FFF2-40B4-BE49-F238E27FC236}">
                <a16:creationId xmlns:a16="http://schemas.microsoft.com/office/drawing/2014/main" id="{99132B64-CC77-45B9-712B-8D89D2D05830}"/>
              </a:ext>
            </a:extLst>
          </p:cNvPr>
          <p:cNvSpPr>
            <a:spLocks noGrp="1"/>
          </p:cNvSpPr>
          <p:nvPr>
            <p:ph idx="1"/>
          </p:nvPr>
        </p:nvSpPr>
        <p:spPr>
          <a:xfrm>
            <a:off x="6096000" y="4343401"/>
            <a:ext cx="5257800" cy="2149476"/>
          </a:xfrm>
        </p:spPr>
        <p:txBody>
          <a:bodyPr/>
          <a:lstStyle/>
          <a:p>
            <a:r>
              <a:rPr lang="en-US" dirty="0"/>
              <a:t>Analysis of Period 40 (Feb FY23, red circle on the left) </a:t>
            </a:r>
          </a:p>
          <a:p>
            <a:r>
              <a:rPr lang="en-US" dirty="0"/>
              <a:t>Analyzing Account 5, a decrease from period 4 to 5 generally shows a downward trend </a:t>
            </a:r>
          </a:p>
          <a:p>
            <a:r>
              <a:rPr lang="en-US" dirty="0"/>
              <a:t>This is inconclusive because of sparse data for other 4 accounts</a:t>
            </a:r>
          </a:p>
        </p:txBody>
      </p:sp>
      <p:sp>
        <p:nvSpPr>
          <p:cNvPr id="17" name="Text Placeholder 16">
            <a:extLst>
              <a:ext uri="{FF2B5EF4-FFF2-40B4-BE49-F238E27FC236}">
                <a16:creationId xmlns:a16="http://schemas.microsoft.com/office/drawing/2014/main" id="{F3DF7550-57FB-6578-146E-E17F2CD822F1}"/>
              </a:ext>
            </a:extLst>
          </p:cNvPr>
          <p:cNvSpPr>
            <a:spLocks noGrp="1"/>
          </p:cNvSpPr>
          <p:nvPr>
            <p:ph type="body" sz="quarter" idx="13"/>
          </p:nvPr>
        </p:nvSpPr>
        <p:spPr>
          <a:xfrm>
            <a:off x="838200" y="779252"/>
            <a:ext cx="10515600" cy="467232"/>
          </a:xfrm>
        </p:spPr>
        <p:txBody>
          <a:bodyPr/>
          <a:lstStyle/>
          <a:p>
            <a:r>
              <a:rPr lang="en-US" dirty="0"/>
              <a:t>Granger Causality</a:t>
            </a:r>
          </a:p>
        </p:txBody>
      </p:sp>
      <p:graphicFrame>
        <p:nvGraphicFramePr>
          <p:cNvPr id="7" name="Content Placeholder 6">
            <a:extLst>
              <a:ext uri="{FF2B5EF4-FFF2-40B4-BE49-F238E27FC236}">
                <a16:creationId xmlns:a16="http://schemas.microsoft.com/office/drawing/2014/main" id="{B4543F3A-5900-FB76-4F47-5FD95B59533B}"/>
              </a:ext>
            </a:extLst>
          </p:cNvPr>
          <p:cNvGraphicFramePr>
            <a:graphicFrameLocks noGrp="1"/>
          </p:cNvGraphicFramePr>
          <p:nvPr>
            <p:ph sz="quarter" idx="16"/>
          </p:nvPr>
        </p:nvGraphicFramePr>
        <p:xfrm>
          <a:off x="838200" y="1835150"/>
          <a:ext cx="10515600" cy="2103120"/>
        </p:xfrm>
        <a:graphic>
          <a:graphicData uri="http://schemas.openxmlformats.org/drawingml/2006/table">
            <a:tbl>
              <a:tblPr firstRow="1" bandRow="1">
                <a:tableStyleId>{5C22544A-7EE6-4342-B048-85BDC9FD1C3A}</a:tableStyleId>
              </a:tblPr>
              <a:tblGrid>
                <a:gridCol w="876300">
                  <a:extLst>
                    <a:ext uri="{9D8B030D-6E8A-4147-A177-3AD203B41FA5}">
                      <a16:colId xmlns:a16="http://schemas.microsoft.com/office/drawing/2014/main" val="20000"/>
                    </a:ext>
                  </a:extLst>
                </a:gridCol>
                <a:gridCol w="876300">
                  <a:extLst>
                    <a:ext uri="{9D8B030D-6E8A-4147-A177-3AD203B41FA5}">
                      <a16:colId xmlns:a16="http://schemas.microsoft.com/office/drawing/2014/main" val="20001"/>
                    </a:ext>
                  </a:extLst>
                </a:gridCol>
                <a:gridCol w="876300">
                  <a:extLst>
                    <a:ext uri="{9D8B030D-6E8A-4147-A177-3AD203B41FA5}">
                      <a16:colId xmlns:a16="http://schemas.microsoft.com/office/drawing/2014/main" val="20002"/>
                    </a:ext>
                  </a:extLst>
                </a:gridCol>
                <a:gridCol w="876300">
                  <a:extLst>
                    <a:ext uri="{9D8B030D-6E8A-4147-A177-3AD203B41FA5}">
                      <a16:colId xmlns:a16="http://schemas.microsoft.com/office/drawing/2014/main" val="20003"/>
                    </a:ext>
                  </a:extLst>
                </a:gridCol>
                <a:gridCol w="876300">
                  <a:extLst>
                    <a:ext uri="{9D8B030D-6E8A-4147-A177-3AD203B41FA5}">
                      <a16:colId xmlns:a16="http://schemas.microsoft.com/office/drawing/2014/main" val="20004"/>
                    </a:ext>
                  </a:extLst>
                </a:gridCol>
                <a:gridCol w="876300">
                  <a:extLst>
                    <a:ext uri="{9D8B030D-6E8A-4147-A177-3AD203B41FA5}">
                      <a16:colId xmlns:a16="http://schemas.microsoft.com/office/drawing/2014/main" val="20005"/>
                    </a:ext>
                  </a:extLst>
                </a:gridCol>
                <a:gridCol w="876300">
                  <a:extLst>
                    <a:ext uri="{9D8B030D-6E8A-4147-A177-3AD203B41FA5}">
                      <a16:colId xmlns:a16="http://schemas.microsoft.com/office/drawing/2014/main" val="20006"/>
                    </a:ext>
                  </a:extLst>
                </a:gridCol>
                <a:gridCol w="876300">
                  <a:extLst>
                    <a:ext uri="{9D8B030D-6E8A-4147-A177-3AD203B41FA5}">
                      <a16:colId xmlns:a16="http://schemas.microsoft.com/office/drawing/2014/main" val="20007"/>
                    </a:ext>
                  </a:extLst>
                </a:gridCol>
                <a:gridCol w="876300">
                  <a:extLst>
                    <a:ext uri="{9D8B030D-6E8A-4147-A177-3AD203B41FA5}">
                      <a16:colId xmlns:a16="http://schemas.microsoft.com/office/drawing/2014/main" val="20008"/>
                    </a:ext>
                  </a:extLst>
                </a:gridCol>
                <a:gridCol w="876300">
                  <a:extLst>
                    <a:ext uri="{9D8B030D-6E8A-4147-A177-3AD203B41FA5}">
                      <a16:colId xmlns:a16="http://schemas.microsoft.com/office/drawing/2014/main" val="20009"/>
                    </a:ext>
                  </a:extLst>
                </a:gridCol>
                <a:gridCol w="876300">
                  <a:extLst>
                    <a:ext uri="{9D8B030D-6E8A-4147-A177-3AD203B41FA5}">
                      <a16:colId xmlns:a16="http://schemas.microsoft.com/office/drawing/2014/main" val="20010"/>
                    </a:ext>
                  </a:extLst>
                </a:gridCol>
                <a:gridCol w="876300">
                  <a:extLst>
                    <a:ext uri="{9D8B030D-6E8A-4147-A177-3AD203B41FA5}">
                      <a16:colId xmlns:a16="http://schemas.microsoft.com/office/drawing/2014/main" val="20011"/>
                    </a:ext>
                  </a:extLst>
                </a:gridCol>
              </a:tblGrid>
              <a:tr h="0">
                <a:tc gridSpan="12">
                  <a:txBody>
                    <a:bodyPr/>
                    <a:lstStyle/>
                    <a:p>
                      <a:pPr algn="ctr"/>
                      <a:r>
                        <a:rPr>
                          <a:solidFill>
                            <a:srgbClr val="000000"/>
                          </a:solidFill>
                        </a:rPr>
                        <a:t>Desc1 CB Comparison for Jan and Feb Periods</a:t>
                      </a:r>
                    </a:p>
                  </a:txBody>
                  <a:tcPr>
                    <a:lnL w="12700" cmpd="sng">
                      <a:solidFill>
                        <a:srgbClr val="FFFFFF"/>
                      </a:solidFill>
                    </a:lnL>
                    <a:lnR w="38100" cmpd="sng">
                      <a:solidFill>
                        <a:srgbClr val="FFFFFF"/>
                      </a:solidFill>
                    </a:lnR>
                    <a:lnT w="12700" cmpd="sng">
                      <a:solidFill>
                        <a:srgbClr val="FFFFFF"/>
                      </a:solidFill>
                    </a:lnT>
                    <a:lnB w="12700" cmpd="sng">
                      <a:solidFill>
                        <a:srgbClr val="000000"/>
                      </a:solidFill>
                    </a:lnB>
                    <a:solidFill>
                      <a:srgbClr val="70AD47">
                        <a:alpha val="0"/>
                      </a:srgbClr>
                    </a:solid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0"/>
                  </a:ext>
                </a:extLst>
              </a:tr>
              <a:tr h="0">
                <a:tc>
                  <a:txBody>
                    <a:bodyPr/>
                    <a:lstStyle/>
                    <a:p>
                      <a:endParaRPr>
                        <a:solidFill>
                          <a:srgbClr val="000000"/>
                        </a:solidFill>
                      </a:endParaRPr>
                    </a:p>
                  </a:txBody>
                  <a:tcPr>
                    <a:lnL w="12700" cmpd="sng">
                      <a:solidFill>
                        <a:srgbClr val="000000"/>
                      </a:solidFill>
                    </a:lnL>
                    <a:lnR w="38100" cmpd="sng">
                      <a:solidFill>
                        <a:srgbClr val="000000"/>
                      </a:solidFill>
                    </a:lnR>
                    <a:lnT w="12700" cmpd="sng">
                      <a:solidFill>
                        <a:srgbClr val="000000"/>
                      </a:solidFill>
                    </a:lnT>
                    <a:lnB w="12700" cmpd="sng">
                      <a:solidFill>
                        <a:srgbClr val="000000"/>
                      </a:solidFill>
                    </a:lnB>
                    <a:solidFill>
                      <a:srgbClr val="70AD47"/>
                    </a:solidFill>
                  </a:tcPr>
                </a:tc>
                <a:tc gridSpan="2">
                  <a:txBody>
                    <a:bodyPr/>
                    <a:lstStyle/>
                    <a:p>
                      <a:pPr algn="ctr"/>
                      <a:r>
                        <a:rPr sz="1200" b="1">
                          <a:solidFill>
                            <a:srgbClr val="000000"/>
                          </a:solidFill>
                        </a:rPr>
                        <a:t>Acct 1</a:t>
                      </a:r>
                    </a:p>
                  </a:txBody>
                  <a:tcPr>
                    <a:lnL w="38100" cmpd="sng">
                      <a:solidFill>
                        <a:srgbClr val="000000"/>
                      </a:solidFill>
                    </a:lnL>
                    <a:lnR w="12700" cmpd="sng">
                      <a:solidFill>
                        <a:srgbClr val="000000"/>
                      </a:solidFill>
                    </a:lnR>
                    <a:lnT w="12700" cmpd="sng">
                      <a:solidFill>
                        <a:srgbClr val="000000"/>
                      </a:solidFill>
                    </a:lnT>
                    <a:lnB w="12700" cmpd="sng">
                      <a:solidFill>
                        <a:srgbClr val="000000"/>
                      </a:solidFill>
                    </a:lnB>
                    <a:solidFill>
                      <a:srgbClr val="70AD47"/>
                    </a:solidFill>
                  </a:tcPr>
                </a:tc>
                <a:tc hMerge="1">
                  <a:txBody>
                    <a:bodyPr/>
                    <a:lstStyle/>
                    <a:p>
                      <a:endParaRPr/>
                    </a:p>
                  </a:txBody>
                  <a:tcPr/>
                </a:tc>
                <a:tc>
                  <a:txBody>
                    <a:bodyPr/>
                    <a:lstStyle/>
                    <a:p>
                      <a:pPr algn="ctr"/>
                      <a:r>
                        <a:rPr sz="1200" b="1">
                          <a:solidFill>
                            <a:srgbClr val="000000"/>
                          </a:solidFill>
                        </a:rPr>
                        <a:t>Acct 10</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70AD47"/>
                    </a:solidFill>
                  </a:tcPr>
                </a:tc>
                <a:tc gridSpan="2">
                  <a:txBody>
                    <a:bodyPr/>
                    <a:lstStyle/>
                    <a:p>
                      <a:pPr algn="ctr"/>
                      <a:r>
                        <a:rPr sz="1200" b="1">
                          <a:solidFill>
                            <a:srgbClr val="000000"/>
                          </a:solidFill>
                        </a:rPr>
                        <a:t>Acct 11</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70AD47"/>
                    </a:solidFill>
                  </a:tcPr>
                </a:tc>
                <a:tc hMerge="1">
                  <a:txBody>
                    <a:bodyPr/>
                    <a:lstStyle/>
                    <a:p>
                      <a:endParaRPr/>
                    </a:p>
                  </a:txBody>
                  <a:tcPr/>
                </a:tc>
                <a:tc gridSpan="2">
                  <a:txBody>
                    <a:bodyPr/>
                    <a:lstStyle/>
                    <a:p>
                      <a:pPr algn="ctr"/>
                      <a:r>
                        <a:rPr sz="1200" b="1" dirty="0">
                          <a:solidFill>
                            <a:srgbClr val="000000"/>
                          </a:solidFill>
                        </a:rPr>
                        <a:t>Acct 4</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70AD47"/>
                    </a:solidFill>
                  </a:tcPr>
                </a:tc>
                <a:tc hMerge="1">
                  <a:txBody>
                    <a:bodyPr/>
                    <a:lstStyle/>
                    <a:p>
                      <a:endParaRPr/>
                    </a:p>
                  </a:txBody>
                  <a:tcPr/>
                </a:tc>
                <a:tc gridSpan="2">
                  <a:txBody>
                    <a:bodyPr/>
                    <a:lstStyle/>
                    <a:p>
                      <a:pPr algn="ctr"/>
                      <a:r>
                        <a:rPr sz="1200" b="1">
                          <a:solidFill>
                            <a:srgbClr val="000000"/>
                          </a:solidFill>
                        </a:rPr>
                        <a:t>Acct 5</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70AD47"/>
                    </a:solidFill>
                  </a:tcPr>
                </a:tc>
                <a:tc hMerge="1">
                  <a:txBody>
                    <a:bodyPr/>
                    <a:lstStyle/>
                    <a:p>
                      <a:endParaRPr/>
                    </a:p>
                  </a:txBody>
                  <a:tcPr/>
                </a:tc>
                <a:tc gridSpan="2">
                  <a:txBody>
                    <a:bodyPr/>
                    <a:lstStyle/>
                    <a:p>
                      <a:pPr algn="ctr"/>
                      <a:r>
                        <a:rPr sz="1200" b="1">
                          <a:solidFill>
                            <a:srgbClr val="000000"/>
                          </a:solidFill>
                        </a:rPr>
                        <a:t>Trends</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70AD47"/>
                    </a:solidFill>
                  </a:tcPr>
                </a:tc>
                <a:tc hMerge="1">
                  <a:txBody>
                    <a:bodyPr/>
                    <a:lstStyle/>
                    <a:p>
                      <a:endParaRPr/>
                    </a:p>
                  </a:txBody>
                  <a:tcPr/>
                </a:tc>
                <a:extLst>
                  <a:ext uri="{0D108BD9-81ED-4DB2-BD59-A6C34878D82A}">
                    <a16:rowId xmlns:a16="http://schemas.microsoft.com/office/drawing/2014/main" val="10001"/>
                  </a:ext>
                </a:extLst>
              </a:tr>
              <a:tr h="0">
                <a:tc>
                  <a:txBody>
                    <a:bodyPr/>
                    <a:lstStyle/>
                    <a:p>
                      <a:pPr algn="ctr"/>
                      <a:r>
                        <a:rPr sz="1200" b="1">
                          <a:solidFill>
                            <a:srgbClr val="000000"/>
                          </a:solidFill>
                        </a:rPr>
                        <a:t>Year</a:t>
                      </a:r>
                    </a:p>
                  </a:txBody>
                  <a:tcPr>
                    <a:lnL w="12700" cmpd="sng">
                      <a:solidFill>
                        <a:srgbClr val="000000"/>
                      </a:solidFill>
                    </a:lnL>
                    <a:lnR w="38100" cmpd="sng">
                      <a:solidFill>
                        <a:srgbClr val="000000"/>
                      </a:solidFill>
                    </a:lnR>
                    <a:lnT w="12700" cmpd="sng">
                      <a:solidFill>
                        <a:srgbClr val="000000"/>
                      </a:solidFill>
                    </a:lnT>
                    <a:lnB w="38100" cmpd="sng">
                      <a:solidFill>
                        <a:srgbClr val="000000"/>
                      </a:solidFill>
                    </a:lnB>
                    <a:solidFill>
                      <a:srgbClr val="70AD47"/>
                    </a:solidFill>
                  </a:tcPr>
                </a:tc>
                <a:tc>
                  <a:txBody>
                    <a:bodyPr/>
                    <a:lstStyle/>
                    <a:p>
                      <a:pPr algn="ctr"/>
                      <a:r>
                        <a:rPr sz="1200" b="1">
                          <a:solidFill>
                            <a:srgbClr val="000000"/>
                          </a:solidFill>
                        </a:rPr>
                        <a:t>Jan</a:t>
                      </a:r>
                    </a:p>
                  </a:txBody>
                  <a:tcPr>
                    <a:lnL w="38100" cmpd="sng">
                      <a:solidFill>
                        <a:srgbClr val="000000"/>
                      </a:solidFill>
                    </a:lnL>
                    <a:lnR w="12700" cmpd="sng">
                      <a:solidFill>
                        <a:srgbClr val="000000"/>
                      </a:solidFill>
                    </a:lnR>
                    <a:lnT w="12700" cmpd="sng">
                      <a:solidFill>
                        <a:srgbClr val="000000"/>
                      </a:solidFill>
                    </a:lnT>
                    <a:lnB w="38100" cmpd="sng">
                      <a:solidFill>
                        <a:srgbClr val="000000"/>
                      </a:solidFill>
                    </a:lnB>
                    <a:solidFill>
                      <a:srgbClr val="70AD47"/>
                    </a:solidFill>
                  </a:tcPr>
                </a:tc>
                <a:tc>
                  <a:txBody>
                    <a:bodyPr/>
                    <a:lstStyle/>
                    <a:p>
                      <a:pPr algn="ctr"/>
                      <a:r>
                        <a:rPr sz="1200" b="1">
                          <a:solidFill>
                            <a:srgbClr val="000000"/>
                          </a:solidFill>
                        </a:rPr>
                        <a:t>Feb</a:t>
                      </a:r>
                    </a:p>
                  </a:txBody>
                  <a:tcPr>
                    <a:lnL w="12700" cmpd="sng">
                      <a:solidFill>
                        <a:srgbClr val="000000"/>
                      </a:solidFill>
                    </a:lnL>
                    <a:lnR w="12700" cmpd="sng">
                      <a:solidFill>
                        <a:srgbClr val="000000"/>
                      </a:solidFill>
                    </a:lnR>
                    <a:lnT w="12700" cmpd="sng">
                      <a:solidFill>
                        <a:srgbClr val="000000"/>
                      </a:solidFill>
                    </a:lnT>
                    <a:lnB w="38100" cmpd="sng">
                      <a:solidFill>
                        <a:srgbClr val="000000"/>
                      </a:solidFill>
                    </a:lnB>
                    <a:solidFill>
                      <a:srgbClr val="70AD47"/>
                    </a:solidFill>
                  </a:tcPr>
                </a:tc>
                <a:tc>
                  <a:txBody>
                    <a:bodyPr/>
                    <a:lstStyle/>
                    <a:p>
                      <a:pPr algn="ctr"/>
                      <a:r>
                        <a:rPr sz="1200" b="1">
                          <a:solidFill>
                            <a:srgbClr val="000000"/>
                          </a:solidFill>
                        </a:rPr>
                        <a:t>Jan</a:t>
                      </a:r>
                    </a:p>
                  </a:txBody>
                  <a:tcPr>
                    <a:lnL w="12700" cmpd="sng">
                      <a:solidFill>
                        <a:srgbClr val="000000"/>
                      </a:solidFill>
                    </a:lnL>
                    <a:lnR w="12700" cmpd="sng">
                      <a:solidFill>
                        <a:srgbClr val="000000"/>
                      </a:solidFill>
                    </a:lnR>
                    <a:lnT w="12700" cmpd="sng">
                      <a:solidFill>
                        <a:srgbClr val="000000"/>
                      </a:solidFill>
                    </a:lnT>
                    <a:lnB w="38100" cmpd="sng">
                      <a:solidFill>
                        <a:srgbClr val="000000"/>
                      </a:solidFill>
                    </a:lnB>
                    <a:solidFill>
                      <a:srgbClr val="70AD47"/>
                    </a:solidFill>
                  </a:tcPr>
                </a:tc>
                <a:tc>
                  <a:txBody>
                    <a:bodyPr/>
                    <a:lstStyle/>
                    <a:p>
                      <a:pPr algn="ctr"/>
                      <a:r>
                        <a:rPr sz="1200" b="1">
                          <a:solidFill>
                            <a:srgbClr val="000000"/>
                          </a:solidFill>
                        </a:rPr>
                        <a:t>Jan</a:t>
                      </a:r>
                    </a:p>
                  </a:txBody>
                  <a:tcPr>
                    <a:lnL w="12700" cmpd="sng">
                      <a:solidFill>
                        <a:srgbClr val="000000"/>
                      </a:solidFill>
                    </a:lnL>
                    <a:lnR w="12700" cmpd="sng">
                      <a:solidFill>
                        <a:srgbClr val="000000"/>
                      </a:solidFill>
                    </a:lnR>
                    <a:lnT w="12700" cmpd="sng">
                      <a:solidFill>
                        <a:srgbClr val="000000"/>
                      </a:solidFill>
                    </a:lnT>
                    <a:lnB w="38100" cmpd="sng">
                      <a:solidFill>
                        <a:srgbClr val="000000"/>
                      </a:solidFill>
                    </a:lnB>
                    <a:solidFill>
                      <a:srgbClr val="70AD47"/>
                    </a:solidFill>
                  </a:tcPr>
                </a:tc>
                <a:tc>
                  <a:txBody>
                    <a:bodyPr/>
                    <a:lstStyle/>
                    <a:p>
                      <a:pPr algn="ctr"/>
                      <a:r>
                        <a:rPr sz="1200" b="1">
                          <a:solidFill>
                            <a:srgbClr val="000000"/>
                          </a:solidFill>
                        </a:rPr>
                        <a:t>Feb</a:t>
                      </a:r>
                    </a:p>
                  </a:txBody>
                  <a:tcPr>
                    <a:lnL w="12700" cmpd="sng">
                      <a:solidFill>
                        <a:srgbClr val="000000"/>
                      </a:solidFill>
                    </a:lnL>
                    <a:lnR w="12700" cmpd="sng">
                      <a:solidFill>
                        <a:srgbClr val="000000"/>
                      </a:solidFill>
                    </a:lnR>
                    <a:lnT w="12700" cmpd="sng">
                      <a:solidFill>
                        <a:srgbClr val="000000"/>
                      </a:solidFill>
                    </a:lnT>
                    <a:lnB w="38100" cmpd="sng">
                      <a:solidFill>
                        <a:srgbClr val="000000"/>
                      </a:solidFill>
                    </a:lnB>
                    <a:solidFill>
                      <a:srgbClr val="70AD47"/>
                    </a:solidFill>
                  </a:tcPr>
                </a:tc>
                <a:tc>
                  <a:txBody>
                    <a:bodyPr/>
                    <a:lstStyle/>
                    <a:p>
                      <a:pPr algn="ctr"/>
                      <a:r>
                        <a:rPr sz="1200" b="1">
                          <a:solidFill>
                            <a:srgbClr val="000000"/>
                          </a:solidFill>
                        </a:rPr>
                        <a:t>Jan</a:t>
                      </a:r>
                    </a:p>
                  </a:txBody>
                  <a:tcPr>
                    <a:lnL w="12700" cmpd="sng">
                      <a:solidFill>
                        <a:srgbClr val="000000"/>
                      </a:solidFill>
                    </a:lnL>
                    <a:lnR w="12700" cmpd="sng">
                      <a:solidFill>
                        <a:srgbClr val="000000"/>
                      </a:solidFill>
                    </a:lnR>
                    <a:lnT w="12700" cmpd="sng">
                      <a:solidFill>
                        <a:srgbClr val="000000"/>
                      </a:solidFill>
                    </a:lnT>
                    <a:lnB w="38100" cmpd="sng">
                      <a:solidFill>
                        <a:srgbClr val="000000"/>
                      </a:solidFill>
                    </a:lnB>
                    <a:solidFill>
                      <a:srgbClr val="70AD47"/>
                    </a:solidFill>
                  </a:tcPr>
                </a:tc>
                <a:tc>
                  <a:txBody>
                    <a:bodyPr/>
                    <a:lstStyle/>
                    <a:p>
                      <a:pPr algn="ctr"/>
                      <a:r>
                        <a:rPr sz="1200" b="1">
                          <a:solidFill>
                            <a:srgbClr val="000000"/>
                          </a:solidFill>
                        </a:rPr>
                        <a:t>Feb</a:t>
                      </a:r>
                    </a:p>
                  </a:txBody>
                  <a:tcPr>
                    <a:lnL w="12700" cmpd="sng">
                      <a:solidFill>
                        <a:srgbClr val="000000"/>
                      </a:solidFill>
                    </a:lnL>
                    <a:lnR w="12700" cmpd="sng">
                      <a:solidFill>
                        <a:srgbClr val="000000"/>
                      </a:solidFill>
                    </a:lnR>
                    <a:lnT w="12700" cmpd="sng">
                      <a:solidFill>
                        <a:srgbClr val="000000"/>
                      </a:solidFill>
                    </a:lnT>
                    <a:lnB w="38100" cmpd="sng">
                      <a:solidFill>
                        <a:srgbClr val="000000"/>
                      </a:solidFill>
                    </a:lnB>
                    <a:solidFill>
                      <a:srgbClr val="70AD47"/>
                    </a:solidFill>
                  </a:tcPr>
                </a:tc>
                <a:tc>
                  <a:txBody>
                    <a:bodyPr/>
                    <a:lstStyle/>
                    <a:p>
                      <a:pPr algn="ctr"/>
                      <a:r>
                        <a:rPr sz="1200" b="1">
                          <a:solidFill>
                            <a:srgbClr val="000000"/>
                          </a:solidFill>
                        </a:rPr>
                        <a:t>Jan</a:t>
                      </a:r>
                    </a:p>
                  </a:txBody>
                  <a:tcPr>
                    <a:lnL w="12700" cmpd="sng">
                      <a:solidFill>
                        <a:srgbClr val="000000"/>
                      </a:solidFill>
                    </a:lnL>
                    <a:lnR w="12700" cmpd="sng">
                      <a:solidFill>
                        <a:srgbClr val="000000"/>
                      </a:solidFill>
                    </a:lnR>
                    <a:lnT w="12700" cmpd="sng">
                      <a:solidFill>
                        <a:srgbClr val="000000"/>
                      </a:solidFill>
                    </a:lnT>
                    <a:lnB w="38100" cmpd="sng">
                      <a:solidFill>
                        <a:srgbClr val="000000"/>
                      </a:solidFill>
                    </a:lnB>
                    <a:solidFill>
                      <a:srgbClr val="70AD47"/>
                    </a:solidFill>
                  </a:tcPr>
                </a:tc>
                <a:tc>
                  <a:txBody>
                    <a:bodyPr/>
                    <a:lstStyle/>
                    <a:p>
                      <a:pPr algn="ctr"/>
                      <a:r>
                        <a:rPr sz="1200" b="1">
                          <a:solidFill>
                            <a:srgbClr val="000000"/>
                          </a:solidFill>
                        </a:rPr>
                        <a:t>Feb</a:t>
                      </a:r>
                    </a:p>
                  </a:txBody>
                  <a:tcPr>
                    <a:lnL w="12700" cmpd="sng">
                      <a:solidFill>
                        <a:srgbClr val="000000"/>
                      </a:solidFill>
                    </a:lnL>
                    <a:lnR w="12700" cmpd="sng">
                      <a:solidFill>
                        <a:srgbClr val="000000"/>
                      </a:solidFill>
                    </a:lnR>
                    <a:lnT w="12700" cmpd="sng">
                      <a:solidFill>
                        <a:srgbClr val="000000"/>
                      </a:solidFill>
                    </a:lnT>
                    <a:lnB w="38100" cmpd="sng">
                      <a:solidFill>
                        <a:srgbClr val="000000"/>
                      </a:solidFill>
                    </a:lnB>
                    <a:solidFill>
                      <a:srgbClr val="70AD47"/>
                    </a:solidFill>
                  </a:tcPr>
                </a:tc>
                <a:tc>
                  <a:txBody>
                    <a:bodyPr/>
                    <a:lstStyle/>
                    <a:p>
                      <a:pPr algn="ctr"/>
                      <a:r>
                        <a:rPr sz="1200" b="1">
                          <a:solidFill>
                            <a:srgbClr val="000000"/>
                          </a:solidFill>
                        </a:rPr>
                        <a:t>Jan</a:t>
                      </a:r>
                    </a:p>
                  </a:txBody>
                  <a:tcPr>
                    <a:lnL w="12700" cmpd="sng">
                      <a:solidFill>
                        <a:srgbClr val="000000"/>
                      </a:solidFill>
                    </a:lnL>
                    <a:lnR w="12700" cmpd="sng">
                      <a:solidFill>
                        <a:srgbClr val="000000"/>
                      </a:solidFill>
                    </a:lnR>
                    <a:lnT w="12700" cmpd="sng">
                      <a:solidFill>
                        <a:srgbClr val="000000"/>
                      </a:solidFill>
                    </a:lnT>
                    <a:lnB w="38100" cmpd="sng">
                      <a:solidFill>
                        <a:srgbClr val="000000"/>
                      </a:solidFill>
                    </a:lnB>
                    <a:solidFill>
                      <a:srgbClr val="70AD47"/>
                    </a:solidFill>
                  </a:tcPr>
                </a:tc>
                <a:tc>
                  <a:txBody>
                    <a:bodyPr/>
                    <a:lstStyle/>
                    <a:p>
                      <a:pPr algn="ctr"/>
                      <a:r>
                        <a:rPr sz="1200" b="1">
                          <a:solidFill>
                            <a:srgbClr val="000000"/>
                          </a:solidFill>
                        </a:rPr>
                        <a:t>Feb</a:t>
                      </a:r>
                    </a:p>
                  </a:txBody>
                  <a:tcPr>
                    <a:lnL w="12700" cmpd="sng">
                      <a:solidFill>
                        <a:srgbClr val="000000"/>
                      </a:solidFill>
                    </a:lnL>
                    <a:lnR w="12700" cmpd="sng">
                      <a:solidFill>
                        <a:srgbClr val="000000"/>
                      </a:solidFill>
                    </a:lnR>
                    <a:lnT w="12700" cmpd="sng">
                      <a:solidFill>
                        <a:srgbClr val="000000"/>
                      </a:solidFill>
                    </a:lnT>
                    <a:lnB w="38100" cmpd="sng">
                      <a:solidFill>
                        <a:srgbClr val="000000"/>
                      </a:solidFill>
                    </a:lnB>
                    <a:solidFill>
                      <a:srgbClr val="70AD47"/>
                    </a:solidFill>
                  </a:tcPr>
                </a:tc>
                <a:extLst>
                  <a:ext uri="{0D108BD9-81ED-4DB2-BD59-A6C34878D82A}">
                    <a16:rowId xmlns:a16="http://schemas.microsoft.com/office/drawing/2014/main" val="10002"/>
                  </a:ext>
                </a:extLst>
              </a:tr>
              <a:tr h="228600">
                <a:tc>
                  <a:txBody>
                    <a:bodyPr/>
                    <a:lstStyle/>
                    <a:p>
                      <a:pPr algn="ctr"/>
                      <a:r>
                        <a:rPr sz="1200">
                          <a:solidFill>
                            <a:srgbClr val="000000"/>
                          </a:solidFill>
                        </a:rPr>
                        <a:t>2020</a:t>
                      </a:r>
                    </a:p>
                  </a:txBody>
                  <a:tcPr>
                    <a:lnL w="12700" cmpd="sng">
                      <a:solidFill>
                        <a:srgbClr val="000000"/>
                      </a:solidFill>
                    </a:lnL>
                    <a:lnR w="38100" cmpd="sng">
                      <a:solidFill>
                        <a:srgbClr val="000000"/>
                      </a:solidFill>
                    </a:lnR>
                    <a:lnT w="38100" cmpd="sng">
                      <a:solidFill>
                        <a:srgbClr val="000000"/>
                      </a:solidFill>
                    </a:lnT>
                    <a:lnB w="12700" cmpd="sng">
                      <a:solidFill>
                        <a:srgbClr val="000000"/>
                      </a:solidFill>
                    </a:lnB>
                    <a:solidFill>
                      <a:srgbClr val="70AD47"/>
                    </a:solidFill>
                  </a:tcPr>
                </a:tc>
                <a:tc>
                  <a:txBody>
                    <a:bodyPr/>
                    <a:lstStyle/>
                    <a:p>
                      <a:pPr algn="ctr"/>
                      <a:r>
                        <a:rPr sz="1200">
                          <a:solidFill>
                            <a:srgbClr val="000000"/>
                          </a:solidFill>
                        </a:rPr>
                        <a:t>0.03</a:t>
                      </a:r>
                    </a:p>
                  </a:txBody>
                  <a:tcPr>
                    <a:lnL w="38100" cmpd="sng">
                      <a:solidFill>
                        <a:srgbClr val="000000"/>
                      </a:solidFill>
                    </a:lnL>
                    <a:lnR w="12700" cmpd="sng">
                      <a:solidFill>
                        <a:srgbClr val="000000"/>
                      </a:solidFill>
                    </a:lnR>
                    <a:lnT w="381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0.0</a:t>
                      </a:r>
                    </a:p>
                  </a:txBody>
                  <a:tcPr>
                    <a:lnL w="12700" cmpd="sng">
                      <a:solidFill>
                        <a:srgbClr val="000000"/>
                      </a:solidFill>
                    </a:lnL>
                    <a:lnR w="12700" cmpd="sng">
                      <a:solidFill>
                        <a:srgbClr val="000000"/>
                      </a:solidFill>
                    </a:lnR>
                    <a:lnT w="381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0.93</a:t>
                      </a:r>
                    </a:p>
                  </a:txBody>
                  <a:tcPr>
                    <a:lnL w="12700" cmpd="sng">
                      <a:solidFill>
                        <a:srgbClr val="000000"/>
                      </a:solidFill>
                    </a:lnL>
                    <a:lnR w="12700" cmpd="sng">
                      <a:solidFill>
                        <a:srgbClr val="000000"/>
                      </a:solidFill>
                    </a:lnR>
                    <a:lnT w="381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0.0</a:t>
                      </a:r>
                    </a:p>
                  </a:txBody>
                  <a:tcPr>
                    <a:lnL w="12700" cmpd="sng">
                      <a:solidFill>
                        <a:srgbClr val="000000"/>
                      </a:solidFill>
                    </a:lnL>
                    <a:lnR w="12700" cmpd="sng">
                      <a:solidFill>
                        <a:srgbClr val="000000"/>
                      </a:solidFill>
                    </a:lnR>
                    <a:lnT w="38100" cmpd="sng">
                      <a:solidFill>
                        <a:srgbClr val="000000"/>
                      </a:solidFill>
                    </a:lnT>
                    <a:lnB w="12700" cmpd="sng">
                      <a:solidFill>
                        <a:srgbClr val="000000"/>
                      </a:solidFill>
                    </a:lnB>
                    <a:solidFill>
                      <a:srgbClr val="EBF1E9"/>
                    </a:solidFill>
                  </a:tcPr>
                </a:tc>
                <a:tc>
                  <a:txBody>
                    <a:bodyPr/>
                    <a:lstStyle/>
                    <a:p>
                      <a:pPr algn="ctr"/>
                      <a:r>
                        <a:rPr sz="1200" dirty="0">
                          <a:solidFill>
                            <a:srgbClr val="000000"/>
                          </a:solidFill>
                        </a:rPr>
                        <a:t>0.0</a:t>
                      </a:r>
                    </a:p>
                  </a:txBody>
                  <a:tcPr>
                    <a:lnL w="12700" cmpd="sng">
                      <a:solidFill>
                        <a:srgbClr val="000000"/>
                      </a:solidFill>
                    </a:lnL>
                    <a:lnR w="12700" cmpd="sng">
                      <a:solidFill>
                        <a:srgbClr val="000000"/>
                      </a:solidFill>
                    </a:lnR>
                    <a:lnT w="381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0.1</a:t>
                      </a:r>
                    </a:p>
                  </a:txBody>
                  <a:tcPr>
                    <a:lnL w="12700" cmpd="sng">
                      <a:solidFill>
                        <a:srgbClr val="000000"/>
                      </a:solidFill>
                    </a:lnL>
                    <a:lnR w="12700" cmpd="sng">
                      <a:solidFill>
                        <a:srgbClr val="000000"/>
                      </a:solidFill>
                    </a:lnR>
                    <a:lnT w="381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0.0</a:t>
                      </a:r>
                    </a:p>
                  </a:txBody>
                  <a:tcPr>
                    <a:lnL w="12700" cmpd="sng">
                      <a:solidFill>
                        <a:srgbClr val="000000"/>
                      </a:solidFill>
                    </a:lnL>
                    <a:lnR w="12700" cmpd="sng">
                      <a:solidFill>
                        <a:srgbClr val="000000"/>
                      </a:solidFill>
                    </a:lnR>
                    <a:lnT w="381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0.73</a:t>
                      </a:r>
                    </a:p>
                  </a:txBody>
                  <a:tcPr>
                    <a:lnL w="12700" cmpd="sng">
                      <a:solidFill>
                        <a:srgbClr val="000000"/>
                      </a:solidFill>
                    </a:lnL>
                    <a:lnR w="12700" cmpd="sng">
                      <a:solidFill>
                        <a:srgbClr val="000000"/>
                      </a:solidFill>
                    </a:lnR>
                    <a:lnT w="381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0.0</a:t>
                      </a:r>
                    </a:p>
                  </a:txBody>
                  <a:tcPr>
                    <a:lnL w="12700" cmpd="sng">
                      <a:solidFill>
                        <a:srgbClr val="000000"/>
                      </a:solidFill>
                    </a:lnL>
                    <a:lnR w="12700" cmpd="sng">
                      <a:solidFill>
                        <a:srgbClr val="000000"/>
                      </a:solidFill>
                    </a:lnR>
                    <a:lnT w="381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downward</a:t>
                      </a:r>
                    </a:p>
                  </a:txBody>
                  <a:tcPr>
                    <a:lnL w="12700" cmpd="sng">
                      <a:solidFill>
                        <a:srgbClr val="000000"/>
                      </a:solidFill>
                    </a:lnL>
                    <a:lnR w="12700" cmpd="sng">
                      <a:solidFill>
                        <a:srgbClr val="000000"/>
                      </a:solidFill>
                    </a:lnR>
                    <a:lnT w="381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 -- </a:t>
                      </a:r>
                    </a:p>
                  </a:txBody>
                  <a:tcPr>
                    <a:lnL w="12700" cmpd="sng">
                      <a:solidFill>
                        <a:srgbClr val="000000"/>
                      </a:solidFill>
                    </a:lnL>
                    <a:lnR w="12700" cmpd="sng">
                      <a:solidFill>
                        <a:srgbClr val="000000"/>
                      </a:solidFill>
                    </a:lnR>
                    <a:lnT w="38100" cmpd="sng">
                      <a:solidFill>
                        <a:srgbClr val="000000"/>
                      </a:solidFill>
                    </a:lnT>
                    <a:lnB w="12700" cmpd="sng">
                      <a:solidFill>
                        <a:srgbClr val="000000"/>
                      </a:solidFill>
                    </a:lnB>
                    <a:solidFill>
                      <a:srgbClr val="EBF1E9"/>
                    </a:solidFill>
                  </a:tcPr>
                </a:tc>
                <a:extLst>
                  <a:ext uri="{0D108BD9-81ED-4DB2-BD59-A6C34878D82A}">
                    <a16:rowId xmlns:a16="http://schemas.microsoft.com/office/drawing/2014/main" val="10003"/>
                  </a:ext>
                </a:extLst>
              </a:tr>
              <a:tr h="228600">
                <a:tc>
                  <a:txBody>
                    <a:bodyPr/>
                    <a:lstStyle/>
                    <a:p>
                      <a:pPr algn="ctr"/>
                      <a:r>
                        <a:rPr sz="1200">
                          <a:solidFill>
                            <a:srgbClr val="000000"/>
                          </a:solidFill>
                        </a:rPr>
                        <a:t>2021</a:t>
                      </a:r>
                    </a:p>
                  </a:txBody>
                  <a:tcPr>
                    <a:lnL w="12700" cmpd="sng">
                      <a:solidFill>
                        <a:srgbClr val="000000"/>
                      </a:solidFill>
                    </a:lnL>
                    <a:lnR w="38100" cmpd="sng">
                      <a:solidFill>
                        <a:srgbClr val="000000"/>
                      </a:solidFill>
                    </a:lnR>
                    <a:lnT w="12700" cmpd="sng">
                      <a:solidFill>
                        <a:srgbClr val="000000"/>
                      </a:solidFill>
                    </a:lnT>
                    <a:lnB w="12700" cmpd="sng">
                      <a:solidFill>
                        <a:srgbClr val="000000"/>
                      </a:solidFill>
                    </a:lnB>
                    <a:solidFill>
                      <a:srgbClr val="70AD47"/>
                    </a:solidFill>
                  </a:tcPr>
                </a:tc>
                <a:tc>
                  <a:txBody>
                    <a:bodyPr/>
                    <a:lstStyle/>
                    <a:p>
                      <a:pPr algn="ctr"/>
                      <a:r>
                        <a:rPr sz="1200">
                          <a:solidFill>
                            <a:srgbClr val="000000"/>
                          </a:solidFill>
                        </a:rPr>
                        <a:t>0.0</a:t>
                      </a:r>
                    </a:p>
                  </a:txBody>
                  <a:tcPr>
                    <a:lnL w="381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0.0</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0.13</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0.11</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0.0</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0.8</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0.72</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0.93</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0.93</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upward</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peaks</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extLst>
                  <a:ext uri="{0D108BD9-81ED-4DB2-BD59-A6C34878D82A}">
                    <a16:rowId xmlns:a16="http://schemas.microsoft.com/office/drawing/2014/main" val="10004"/>
                  </a:ext>
                </a:extLst>
              </a:tr>
              <a:tr h="228600">
                <a:tc>
                  <a:txBody>
                    <a:bodyPr/>
                    <a:lstStyle/>
                    <a:p>
                      <a:pPr algn="ctr"/>
                      <a:r>
                        <a:rPr sz="1200">
                          <a:solidFill>
                            <a:srgbClr val="000000"/>
                          </a:solidFill>
                        </a:rPr>
                        <a:t>2022</a:t>
                      </a:r>
                    </a:p>
                  </a:txBody>
                  <a:tcPr>
                    <a:lnL w="12700" cmpd="sng">
                      <a:solidFill>
                        <a:srgbClr val="000000"/>
                      </a:solidFill>
                    </a:lnL>
                    <a:lnR w="38100" cmpd="sng">
                      <a:solidFill>
                        <a:srgbClr val="000000"/>
                      </a:solidFill>
                    </a:lnR>
                    <a:lnT w="12700" cmpd="sng">
                      <a:solidFill>
                        <a:srgbClr val="000000"/>
                      </a:solidFill>
                    </a:lnT>
                    <a:lnB w="12700" cmpd="sng">
                      <a:solidFill>
                        <a:srgbClr val="000000"/>
                      </a:solidFill>
                    </a:lnB>
                    <a:solidFill>
                      <a:srgbClr val="70AD47"/>
                    </a:solidFill>
                  </a:tcPr>
                </a:tc>
                <a:tc>
                  <a:txBody>
                    <a:bodyPr/>
                    <a:lstStyle/>
                    <a:p>
                      <a:pPr algn="ctr"/>
                      <a:r>
                        <a:rPr sz="1200">
                          <a:solidFill>
                            <a:srgbClr val="000000"/>
                          </a:solidFill>
                        </a:rPr>
                        <a:t>0.52</a:t>
                      </a:r>
                    </a:p>
                  </a:txBody>
                  <a:tcPr>
                    <a:lnL w="381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0.0</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0.0</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0.0</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0.37</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0.63</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0.15</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0.98</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0.64</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peaks</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troughs</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extLst>
                  <a:ext uri="{0D108BD9-81ED-4DB2-BD59-A6C34878D82A}">
                    <a16:rowId xmlns:a16="http://schemas.microsoft.com/office/drawing/2014/main" val="10005"/>
                  </a:ext>
                </a:extLst>
              </a:tr>
              <a:tr h="228600">
                <a:tc>
                  <a:txBody>
                    <a:bodyPr/>
                    <a:lstStyle/>
                    <a:p>
                      <a:pPr algn="ctr"/>
                      <a:r>
                        <a:rPr sz="1200">
                          <a:solidFill>
                            <a:srgbClr val="000000"/>
                          </a:solidFill>
                        </a:rPr>
                        <a:t>2023</a:t>
                      </a:r>
                    </a:p>
                  </a:txBody>
                  <a:tcPr>
                    <a:lnL w="12700" cmpd="sng">
                      <a:solidFill>
                        <a:srgbClr val="000000"/>
                      </a:solidFill>
                    </a:lnL>
                    <a:lnR w="38100" cmpd="sng">
                      <a:solidFill>
                        <a:srgbClr val="000000"/>
                      </a:solidFill>
                    </a:lnR>
                    <a:lnT w="12700" cmpd="sng">
                      <a:solidFill>
                        <a:srgbClr val="000000"/>
                      </a:solidFill>
                    </a:lnT>
                    <a:lnB w="12700" cmpd="sng">
                      <a:solidFill>
                        <a:srgbClr val="000000"/>
                      </a:solidFill>
                    </a:lnB>
                    <a:solidFill>
                      <a:srgbClr val="70AD47"/>
                    </a:solidFill>
                  </a:tcPr>
                </a:tc>
                <a:tc>
                  <a:txBody>
                    <a:bodyPr/>
                    <a:lstStyle/>
                    <a:p>
                      <a:pPr algn="ctr"/>
                      <a:r>
                        <a:rPr sz="1200">
                          <a:solidFill>
                            <a:srgbClr val="000000"/>
                          </a:solidFill>
                        </a:rPr>
                        <a:t>0.0</a:t>
                      </a:r>
                    </a:p>
                  </a:txBody>
                  <a:tcPr>
                    <a:lnL w="381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0.0</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0.0</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0.0</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0.98</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0.45</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0.0</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0.73</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0.06</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a:solidFill>
                            <a:srgbClr val="000000"/>
                          </a:solidFill>
                        </a:rPr>
                        <a:t>downward</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tc>
                  <a:txBody>
                    <a:bodyPr/>
                    <a:lstStyle/>
                    <a:p>
                      <a:pPr algn="ctr"/>
                      <a:r>
                        <a:rPr sz="1200" dirty="0">
                          <a:solidFill>
                            <a:srgbClr val="000000"/>
                          </a:solidFill>
                        </a:rPr>
                        <a:t>troughs</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solidFill>
                      <a:srgbClr val="EBF1E9"/>
                    </a:solidFill>
                  </a:tcPr>
                </a:tc>
                <a:extLst>
                  <a:ext uri="{0D108BD9-81ED-4DB2-BD59-A6C34878D82A}">
                    <a16:rowId xmlns:a16="http://schemas.microsoft.com/office/drawing/2014/main" val="10006"/>
                  </a:ext>
                </a:extLst>
              </a:tr>
            </a:tbl>
          </a:graphicData>
        </a:graphic>
      </p:graphicFrame>
      <p:pic>
        <p:nvPicPr>
          <p:cNvPr id="12" name="Content Placeholder 11">
            <a:extLst>
              <a:ext uri="{FF2B5EF4-FFF2-40B4-BE49-F238E27FC236}">
                <a16:creationId xmlns:a16="http://schemas.microsoft.com/office/drawing/2014/main" id="{17CF0AC3-033F-79CC-53B9-F84A6BFB33C9}"/>
              </a:ext>
            </a:extLst>
          </p:cNvPr>
          <p:cNvPicPr>
            <a:picLocks noGrp="1" noChangeAspect="1"/>
          </p:cNvPicPr>
          <p:nvPr>
            <p:ph idx="17"/>
          </p:nvPr>
        </p:nvPicPr>
        <p:blipFill>
          <a:blip r:embed="rId3"/>
          <a:stretch>
            <a:fillRect/>
          </a:stretch>
        </p:blipFill>
        <p:spPr>
          <a:xfrm>
            <a:off x="2041484" y="4343400"/>
            <a:ext cx="2851231" cy="2149475"/>
          </a:xfrm>
        </p:spPr>
      </p:pic>
      <p:sp>
        <p:nvSpPr>
          <p:cNvPr id="29" name="Rectangle 28">
            <a:extLst>
              <a:ext uri="{FF2B5EF4-FFF2-40B4-BE49-F238E27FC236}">
                <a16:creationId xmlns:a16="http://schemas.microsoft.com/office/drawing/2014/main" id="{040C500D-74F3-C7F4-C820-48C86FD8327D}"/>
              </a:ext>
            </a:extLst>
          </p:cNvPr>
          <p:cNvSpPr/>
          <p:nvPr/>
        </p:nvSpPr>
        <p:spPr>
          <a:xfrm>
            <a:off x="7822453" y="3415674"/>
            <a:ext cx="3531347" cy="530208"/>
          </a:xfrm>
          <a:prstGeom prst="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23568201"/>
      </p:ext>
    </p:extLst>
  </p:cSld>
  <p:clrMapOvr>
    <a:masterClrMapping/>
  </p:clrMapOvr>
</p:sld>
</file>

<file path=ppt/theme/theme1.xml><?xml version="1.0" encoding="utf-8"?>
<a:theme xmlns:a="http://schemas.openxmlformats.org/drawingml/2006/main" name="Orange_title_theme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range_title_theme1" id="{3BF188AC-346F-204D-8703-A9714070F8CF}" vid="{07E38B80-A70E-AB40-B859-B802FB8B55D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Orange_title_theme1</Template>
  <TotalTime>162538</TotalTime>
  <Words>3733</Words>
  <Application>Microsoft Macintosh PowerPoint</Application>
  <PresentationFormat>Widescreen</PresentationFormat>
  <Paragraphs>942</Paragraphs>
  <Slides>38</Slides>
  <Notes>33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38</vt:i4>
      </vt:variant>
    </vt:vector>
  </HeadingPairs>
  <TitlesOfParts>
    <vt:vector size="42" baseType="lpstr">
      <vt:lpstr>Arial</vt:lpstr>
      <vt:lpstr>Calibri</vt:lpstr>
      <vt:lpstr>Calibri Light</vt:lpstr>
      <vt:lpstr>Orange_title_theme1</vt:lpstr>
      <vt:lpstr>Acquisition Due Diligence Project</vt:lpstr>
      <vt:lpstr>Introduction</vt:lpstr>
      <vt:lpstr>Introduction</vt:lpstr>
      <vt:lpstr>Background</vt:lpstr>
      <vt:lpstr>Background</vt:lpstr>
      <vt:lpstr>Data Processing</vt:lpstr>
      <vt:lpstr>Data Processing</vt:lpstr>
      <vt:lpstr>EDA</vt:lpstr>
      <vt:lpstr>EDA</vt:lpstr>
      <vt:lpstr>EDA</vt:lpstr>
      <vt:lpstr>EDA</vt:lpstr>
      <vt:lpstr>EDA</vt:lpstr>
      <vt:lpstr>EDA</vt:lpstr>
      <vt:lpstr>EDA</vt:lpstr>
      <vt:lpstr>EDA</vt:lpstr>
      <vt:lpstr>Methods</vt:lpstr>
      <vt:lpstr>Methods</vt:lpstr>
      <vt:lpstr>Methods</vt:lpstr>
      <vt:lpstr>Methods</vt:lpstr>
      <vt:lpstr>Methods</vt:lpstr>
      <vt:lpstr>Methods</vt:lpstr>
      <vt:lpstr>Methods</vt:lpstr>
      <vt:lpstr>Methods</vt:lpstr>
      <vt:lpstr>Methods</vt:lpstr>
      <vt:lpstr>Results</vt:lpstr>
      <vt:lpstr>Results</vt:lpstr>
      <vt:lpstr>Results</vt:lpstr>
      <vt:lpstr>Results</vt:lpstr>
      <vt:lpstr>Conclusion</vt:lpstr>
      <vt:lpstr>Conclusion</vt:lpstr>
      <vt:lpstr>Conclusion</vt:lpstr>
      <vt:lpstr>Limitations  &amp; Future Work</vt:lpstr>
      <vt:lpstr>Q &amp; A</vt:lpstr>
      <vt:lpstr>Appendix A</vt:lpstr>
      <vt:lpstr>Appendix B</vt:lpstr>
      <vt:lpstr>Appendix C</vt:lpstr>
      <vt:lpstr>Appendix C</vt:lpstr>
      <vt:lpstr>Appendix C</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Accounting Project</dc:title>
  <dc:creator>Leland Murrin</dc:creator>
  <cp:lastModifiedBy>Leland Murrin</cp:lastModifiedBy>
  <cp:revision>570</cp:revision>
  <dcterms:created xsi:type="dcterms:W3CDTF">2024-03-04T20:44:26Z</dcterms:created>
  <dcterms:modified xsi:type="dcterms:W3CDTF">2024-08-22T19:59:33Z</dcterms:modified>
</cp:coreProperties>
</file>